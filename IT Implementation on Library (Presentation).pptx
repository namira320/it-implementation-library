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257" r:id="rId3"/>
    <p:sldId id="256" r:id="rId4"/>
    <p:sldId id="273" r:id="rId5"/>
    <p:sldId id="275" r:id="rId6"/>
    <p:sldId id="258" r:id="rId7"/>
    <p:sldId id="261" r:id="rId8"/>
    <p:sldId id="262" r:id="rId9"/>
    <p:sldId id="263" r:id="rId10"/>
    <p:sldId id="307" r:id="rId11"/>
    <p:sldId id="308" r:id="rId12"/>
    <p:sldId id="309" r:id="rId13"/>
    <p:sldId id="310" r:id="rId14"/>
    <p:sldId id="311" r:id="rId15"/>
    <p:sldId id="312" r:id="rId16"/>
    <p:sldId id="284" r:id="rId17"/>
    <p:sldId id="286" r:id="rId18"/>
    <p:sldId id="290" r:id="rId19"/>
    <p:sldId id="313" r:id="rId20"/>
    <p:sldId id="314" r:id="rId21"/>
    <p:sldId id="315" r:id="rId22"/>
    <p:sldId id="278" r:id="rId23"/>
    <p:sldId id="316" r:id="rId24"/>
    <p:sldId id="317" r:id="rId25"/>
    <p:sldId id="318" r:id="rId26"/>
    <p:sldId id="3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DA754A-BE1C-4F6F-A8E4-64A70E7967FF}">
          <p14:sldIdLst>
            <p14:sldId id="257"/>
            <p14:sldId id="256"/>
          </p14:sldIdLst>
        </p14:section>
        <p14:section name="system analysis" id="{C10D9CCE-32B7-45E4-A227-C6BC3A1FF23E}">
          <p14:sldIdLst>
            <p14:sldId id="273"/>
            <p14:sldId id="275"/>
          </p14:sldIdLst>
        </p14:section>
        <p14:section name="hardware" id="{18B9ACEF-9F9D-4566-BD68-10FCFB2BEECC}">
          <p14:sldIdLst>
            <p14:sldId id="258"/>
            <p14:sldId id="261"/>
            <p14:sldId id="262"/>
          </p14:sldIdLst>
        </p14:section>
        <p14:section name="software" id="{2B5571C0-1CB0-41C8-9595-B3AF876F9223}">
          <p14:sldIdLst>
            <p14:sldId id="263"/>
            <p14:sldId id="307"/>
            <p14:sldId id="308"/>
            <p14:sldId id="309"/>
            <p14:sldId id="310"/>
            <p14:sldId id="311"/>
            <p14:sldId id="312"/>
          </p14:sldIdLst>
        </p14:section>
        <p14:section name="topology" id="{2E4B454B-2B13-49D0-B6C8-49BE5F45B703}">
          <p14:sldIdLst>
            <p14:sldId id="284"/>
            <p14:sldId id="286"/>
            <p14:sldId id="290"/>
          </p14:sldIdLst>
        </p14:section>
        <p14:section name="map" id="{09078B65-ED6B-4A7F-B38A-AA49F85AE68D}">
          <p14:sldIdLst>
            <p14:sldId id="313"/>
            <p14:sldId id="314"/>
          </p14:sldIdLst>
        </p14:section>
        <p14:section name="cost" id="{3B41C6D0-9C08-4F37-974B-679050769510}">
          <p14:sldIdLst>
            <p14:sldId id="315"/>
            <p14:sldId id="278"/>
            <p14:sldId id="316"/>
            <p14:sldId id="317"/>
            <p14:sldId id="318"/>
          </p14:sldIdLst>
        </p14:section>
        <p14:section name="closing" id="{AF3FB148-147C-4F3A-B38F-855ADAAECAEC}">
          <p14:sldIdLst>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2D"/>
    <a:srgbClr val="B3E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1407"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D31F1F-2ACD-41CA-8B5A-DE81BDEF8A80}" type="datetimeFigureOut">
              <a:rPr lang="en-US" smtClean="0"/>
              <a:t>10/1/2024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EA60F-5422-4A25-BF6F-FA07764C0569}" type="slidenum">
              <a:rPr lang="en-US" smtClean="0"/>
              <a:t>‹#›</a:t>
            </a:fld>
            <a:endParaRPr lang="en-US"/>
          </a:p>
        </p:txBody>
      </p:sp>
    </p:spTree>
    <p:extLst>
      <p:ext uri="{BB962C8B-B14F-4D97-AF65-F5344CB8AC3E}">
        <p14:creationId xmlns:p14="http://schemas.microsoft.com/office/powerpoint/2010/main" val="1595884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B7729-A837-8815-D231-9973122529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311C1-30BC-BE62-A5D1-8C64777BF1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724EB8-F83A-3777-493D-E57C70FAE91A}"/>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B6AFC298-0F40-1E05-6C0E-72DC49D1E3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1D9014-1C5E-5B00-6E4C-2B3CBE69631E}"/>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33414770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05B4-3C36-5A18-DDB5-6E6D4A439F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0C5463-42A7-0F71-2F63-4328E69996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C3459-E7F3-8C16-9661-7896FA96039B}"/>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3451FFA8-47E4-B809-3DD0-70D5A80EE3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DA2E8-9D88-61FF-FB62-D1172D51F848}"/>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29647330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CFEA-62F6-E3FC-0CA5-3F2B04A169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E365AC-776B-A392-83C2-6E18D855C5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2B43BF-C341-9509-9782-FAE9DE8CDC0A}"/>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C428510B-19E7-0311-7CDB-96AE94B91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AA55B-15E3-473A-7014-3CFA5E07C3B4}"/>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2696945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B2BBB-55BB-B3EC-546C-302AC8D17F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EDDD13-02FE-40BB-5C5A-885E7840C6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ED5710-BBAB-B058-42B5-FD9FAD29F5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53A046-6817-20DD-3955-BF578A8AB3E4}"/>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6" name="Footer Placeholder 5">
            <a:extLst>
              <a:ext uri="{FF2B5EF4-FFF2-40B4-BE49-F238E27FC236}">
                <a16:creationId xmlns:a16="http://schemas.microsoft.com/office/drawing/2014/main" id="{3A5EBA30-BC3E-DAF9-45C3-4751050321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AD2E5-A53A-0D51-AFD8-F586B3AD135E}"/>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29368685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AEBD9-135F-CCDB-CF0E-94864BD65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FF27FB-5872-AA6F-619E-299240FBBF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89C04A-8B51-936C-5DDC-EAE64FAA2D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9C125B-3681-F2A5-81EB-E1E66BF763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28057F-DDBF-934A-D1D2-0CEF7339C4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BD2A44-BF32-E2AD-0D01-6F48594AAC07}"/>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8" name="Footer Placeholder 7">
            <a:extLst>
              <a:ext uri="{FF2B5EF4-FFF2-40B4-BE49-F238E27FC236}">
                <a16:creationId xmlns:a16="http://schemas.microsoft.com/office/drawing/2014/main" id="{E8BE8E07-29C1-69AA-CC3E-1C7FB953A5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05C24B-5973-45B5-D2AD-DDB940E0C790}"/>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27849413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F5CD-A4D3-8CF1-4C1F-E4B7457807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743C41-BE09-E864-AA5B-36E2F2EA68C4}"/>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4" name="Footer Placeholder 3">
            <a:extLst>
              <a:ext uri="{FF2B5EF4-FFF2-40B4-BE49-F238E27FC236}">
                <a16:creationId xmlns:a16="http://schemas.microsoft.com/office/drawing/2014/main" id="{497DE0EF-9C53-8197-5A96-E01B7BFBB2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A8B0BA-B4E1-6F0D-8F40-489F664B019D}"/>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9462450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97916E-E6FC-4A65-1D2A-33F9E3B8DEF0}"/>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3" name="Footer Placeholder 2">
            <a:extLst>
              <a:ext uri="{FF2B5EF4-FFF2-40B4-BE49-F238E27FC236}">
                <a16:creationId xmlns:a16="http://schemas.microsoft.com/office/drawing/2014/main" id="{08DD4B83-C96D-4095-6CEA-38C814EE9B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7BFDB0-68EA-F8B0-3607-A2BC13BE2C71}"/>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42771118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1985F-ED3C-599F-C458-C1A6488CC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C9E0FA-5FB2-A76D-04B9-4B2112D766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A49926-995E-B37F-3F53-371E44A0D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E43F20-EB47-E27E-7F64-76534F2BC0C9}"/>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6" name="Footer Placeholder 5">
            <a:extLst>
              <a:ext uri="{FF2B5EF4-FFF2-40B4-BE49-F238E27FC236}">
                <a16:creationId xmlns:a16="http://schemas.microsoft.com/office/drawing/2014/main" id="{7F43E89F-0CA1-E771-A36B-7A526715AF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FBD28-10DD-AE90-C2A8-218A7C82CC63}"/>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38012696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F826-97FA-2EB9-8124-D011783FCF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7743F9-C171-0EA3-9D25-B0BE7CDEFE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85A8B0-C47A-35E9-64F6-9006DB7A2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7032FC-1DB3-610D-535F-83EE0CC0CE6A}"/>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6" name="Footer Placeholder 5">
            <a:extLst>
              <a:ext uri="{FF2B5EF4-FFF2-40B4-BE49-F238E27FC236}">
                <a16:creationId xmlns:a16="http://schemas.microsoft.com/office/drawing/2014/main" id="{530DE84C-156F-4F0E-4E83-9446E80E5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E3EBDF-2C13-B206-D59A-E45F5D75DD31}"/>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19910275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46BBF-0FE8-181A-7B86-739C777FD7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6702C8-BCB6-0796-9725-82A410EF58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0599B-C4EE-0277-A219-240A15C8D965}"/>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07EB326F-8B26-6E94-DC5F-06FF7A360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C8015-07EA-8708-7F1A-74EE036919DE}"/>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3236277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119F2B-A1BE-CF19-D978-39BDA87F2B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3ED09B-E192-E919-F25D-AEED4AD40C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7F6A09-D003-0D5A-2A4D-4A23CE87B9EF}"/>
              </a:ext>
            </a:extLst>
          </p:cNvPr>
          <p:cNvSpPr>
            <a:spLocks noGrp="1"/>
          </p:cNvSpPr>
          <p:nvPr>
            <p:ph type="dt" sz="half" idx="10"/>
          </p:nvPr>
        </p:nvSpPr>
        <p:spPr/>
        <p:txBody>
          <a:body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FB8C8672-6245-6E49-35D1-9245350B6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8C91BB-4B0D-D781-8F10-51C9797C172E}"/>
              </a:ext>
            </a:extLst>
          </p:cNvPr>
          <p:cNvSpPr>
            <a:spLocks noGrp="1"/>
          </p:cNvSpPr>
          <p:nvPr>
            <p:ph type="sldNum" sz="quarter" idx="12"/>
          </p:nvPr>
        </p:nvSpPr>
        <p:spPr/>
        <p:txBody>
          <a:bodyPr/>
          <a:lstStyle/>
          <a:p>
            <a:fld id="{284CBC6C-893C-428F-8C1C-B00445DA20A3}" type="slidenum">
              <a:rPr lang="en-US" smtClean="0"/>
              <a:t>‹#›</a:t>
            </a:fld>
            <a:endParaRPr lang="en-US"/>
          </a:p>
        </p:txBody>
      </p:sp>
    </p:spTree>
    <p:extLst>
      <p:ext uri="{BB962C8B-B14F-4D97-AF65-F5344CB8AC3E}">
        <p14:creationId xmlns:p14="http://schemas.microsoft.com/office/powerpoint/2010/main" val="24096864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17860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68680" y="384048"/>
            <a:ext cx="10744200" cy="866648"/>
          </a:xfrm>
          <a:prstGeom prst="rect">
            <a:avLst/>
          </a:prstGeom>
        </p:spPr>
        <p:txBody>
          <a:bodyPr numCol="1"/>
          <a:lstStyle/>
          <a:p>
            <a:r>
              <a:rPr lang="en-US" dirty="0"/>
              <a:t>Click to edit Master title style</a:t>
            </a:r>
            <a:endParaRPr lang="en-GB" altLang="en-GB" dirty="0"/>
          </a:p>
        </p:txBody>
      </p:sp>
      <p:sp>
        <p:nvSpPr>
          <p:cNvPr id="3" name="Content"/>
          <p:cNvSpPr>
            <a:spLocks noGrp="1"/>
          </p:cNvSpPr>
          <p:nvPr>
            <p:ph idx="11"/>
          </p:nvPr>
        </p:nvSpPr>
        <p:spPr>
          <a:xfrm>
            <a:off x="868680" y="1399032"/>
            <a:ext cx="10744200" cy="4928616"/>
          </a:xfrm>
          <a:prstGeom prst="rect">
            <a:avLst/>
          </a:prstGeo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ltLang="en-GB" dirty="0"/>
          </a:p>
        </p:txBody>
      </p:sp>
    </p:spTree>
    <p:custDataLst>
      <p:tags r:id="rId1"/>
    </p:custDataLst>
    <p:extLst>
      <p:ext uri="{BB962C8B-B14F-4D97-AF65-F5344CB8AC3E}">
        <p14:creationId xmlns:p14="http://schemas.microsoft.com/office/powerpoint/2010/main" val="105087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heme" Target="../theme/theme2.xml"/><Relationship Id="rId7" Type="http://schemas.openxmlformats.org/officeDocument/2006/relationships/tags" Target="../tags/tag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ags" Target="../tags/tag2.xml"/><Relationship Id="rId5" Type="http://schemas.openxmlformats.org/officeDocument/2006/relationships/tags" Target="../tags/tag1.xml"/><Relationship Id="rId10" Type="http://schemas.openxmlformats.org/officeDocument/2006/relationships/image" Target="../media/image2.png"/><Relationship Id="rId4" Type="http://schemas.openxmlformats.org/officeDocument/2006/relationships/vmlDrawing" Target="../drawings/vmlDrawing1.v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51DB-7B47-460B-4098-AA571AA653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FFB8AC-C5CF-6008-53D0-6F06B84852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A05A8-E8BD-3FE8-50B1-938A7ACED8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60CBCE-7A7F-4BDD-9102-A328DFE15B86}" type="datetimeFigureOut">
              <a:rPr lang="en-US" smtClean="0"/>
              <a:t>10/1/2024</a:t>
            </a:fld>
            <a:endParaRPr lang="en-US"/>
          </a:p>
        </p:txBody>
      </p:sp>
      <p:sp>
        <p:nvSpPr>
          <p:cNvPr id="5" name="Footer Placeholder 4">
            <a:extLst>
              <a:ext uri="{FF2B5EF4-FFF2-40B4-BE49-F238E27FC236}">
                <a16:creationId xmlns:a16="http://schemas.microsoft.com/office/drawing/2014/main" id="{6B3BB702-3A84-8CC6-1243-E97FDC7CED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EEF4D8-192E-57C1-FAB8-DDBE077EB8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CBC6C-893C-428F-8C1C-B00445DA20A3}" type="slidenum">
              <a:rPr lang="en-US" smtClean="0"/>
              <a:t>‹#›</a:t>
            </a:fld>
            <a:endParaRPr lang="en-US"/>
          </a:p>
        </p:txBody>
      </p:sp>
    </p:spTree>
    <p:extLst>
      <p:ext uri="{BB962C8B-B14F-4D97-AF65-F5344CB8AC3E}">
        <p14:creationId xmlns:p14="http://schemas.microsoft.com/office/powerpoint/2010/main" val="945723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D2037D5-9F9A-4CC9-98B0-68BDD36B02F8}"/>
              </a:ext>
            </a:extLst>
          </p:cNvPr>
          <p:cNvGraphicFramePr>
            <a:graphicFrameLocks noChangeAspect="1"/>
          </p:cNvGraphicFramePr>
          <p:nvPr userDrawn="1">
            <p:custDataLst>
              <p:tags r:id="rId6"/>
            </p:custDataLst>
            <p:extLst>
              <p:ext uri="{D42A27DB-BD31-4B8C-83A1-F6EECF244321}">
                <p14:modId xmlns:p14="http://schemas.microsoft.com/office/powerpoint/2010/main" val="3250551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7" name="think-cell Slide" r:id="rId8" imgW="451" imgH="450" progId="TCLayout.ActiveDocument.1">
                  <p:embed/>
                </p:oleObj>
              </mc:Choice>
              <mc:Fallback>
                <p:oleObj name="think-cell Slide" r:id="rId8" imgW="451" imgH="450" progId="TCLayout.ActiveDocument.1">
                  <p:embed/>
                  <p:pic>
                    <p:nvPicPr>
                      <p:cNvPr id="8" name="Object 7" hidden="1">
                        <a:extLst>
                          <a:ext uri="{FF2B5EF4-FFF2-40B4-BE49-F238E27FC236}">
                            <a16:creationId xmlns:a16="http://schemas.microsoft.com/office/drawing/2014/main" id="{DD2037D5-9F9A-4CC9-98B0-68BDD36B02F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6E612F5A-FB47-481F-9DE2-4A75D564380A}"/>
              </a:ext>
            </a:extLst>
          </p:cNvPr>
          <p:cNvSpPr/>
          <p:nvPr userDrawn="1">
            <p:custDataLst>
              <p:tags r:id="rId7"/>
            </p:custDataLst>
          </p:nvPr>
        </p:nvSpPr>
        <p:spPr>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200" b="0" i="0" kern="0" baseline="0" dirty="0" err="1">
              <a:solidFill>
                <a:schemeClr val="tx1"/>
              </a:solidFill>
              <a:latin typeface="Segoe UI Black" panose="020B0A02040204020203" pitchFamily="34" charset="0"/>
              <a:ea typeface="+mj-ea"/>
              <a:cs typeface="+mj-cs"/>
              <a:sym typeface="Segoe UI Black" panose="020B0A02040204020203" pitchFamily="34" charset="0"/>
            </a:endParaRPr>
          </a:p>
        </p:txBody>
      </p:sp>
      <p:sp>
        <p:nvSpPr>
          <p:cNvPr id="2" name="Title"/>
          <p:cNvSpPr>
            <a:spLocks noGrp="1"/>
          </p:cNvSpPr>
          <p:nvPr>
            <p:ph type="title"/>
          </p:nvPr>
        </p:nvSpPr>
        <p:spPr>
          <a:xfrm>
            <a:off x="868680" y="384048"/>
            <a:ext cx="10744200" cy="866648"/>
          </a:xfrm>
          <a:prstGeom prst="rect">
            <a:avLst/>
          </a:prstGeom>
        </p:spPr>
        <p:txBody>
          <a:bodyPr vert="horz" lIns="0" tIns="0" rIns="0" bIns="0" numCol="1" rtlCol="0" anchorCtr="0">
            <a:noAutofit/>
          </a:bodyPr>
          <a:lstStyle/>
          <a:p>
            <a:r>
              <a:rPr lang="en-US" dirty="0"/>
              <a:t>Click to edit Master title style</a:t>
            </a:r>
          </a:p>
        </p:txBody>
      </p:sp>
      <p:sp>
        <p:nvSpPr>
          <p:cNvPr id="3" name="BodyText"/>
          <p:cNvSpPr>
            <a:spLocks noGrp="1"/>
          </p:cNvSpPr>
          <p:nvPr>
            <p:ph type="body" idx="1"/>
          </p:nvPr>
        </p:nvSpPr>
        <p:spPr>
          <a:xfrm>
            <a:off x="868680" y="1399032"/>
            <a:ext cx="10744200" cy="4928616"/>
          </a:xfrm>
          <a:prstGeom prst="rect">
            <a:avLst/>
          </a:prstGeom>
        </p:spPr>
        <p:txBody>
          <a:bodyPr vert="horz" lIns="0" tIns="0" rIns="0" bIns="0" numCol="1"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hidden="1"/>
          <p:cNvSpPr>
            <a:spLocks noGrp="1"/>
          </p:cNvSpPr>
          <p:nvPr>
            <p:ph type="dt" sz="half" idx="2"/>
          </p:nvPr>
        </p:nvSpPr>
        <p:spPr>
          <a:xfrm>
            <a:off x="457200" y="6864350"/>
            <a:ext cx="314325" cy="98425"/>
          </a:xfrm>
          <a:prstGeom prst="rect">
            <a:avLst/>
          </a:prstGeom>
        </p:spPr>
        <p:txBody>
          <a:bodyPr vert="horz" lIns="0" tIns="0" rIns="0" bIns="0" numCol="1" rtlCol="0" anchor="ctr"/>
          <a:lstStyle>
            <a:lvl1pPr algn="l">
              <a:defRPr sz="300">
                <a:solidFill>
                  <a:schemeClr val="accent4"/>
                </a:solidFill>
              </a:defRPr>
            </a:lvl1pPr>
          </a:lstStyle>
          <a:p>
            <a:fld id="{7ECE2914-4E17-487A-A4E5-C87617449E51}" type="datetimeFigureOut">
              <a:rPr lang="en-US" smtClean="0"/>
              <a:pPr/>
              <a:t>10/1/2024</a:t>
            </a:fld>
            <a:endParaRPr lang="en-US" dirty="0"/>
          </a:p>
        </p:txBody>
      </p:sp>
      <p:sp>
        <p:nvSpPr>
          <p:cNvPr id="5" name="Footer Placeholder" hidden="1"/>
          <p:cNvSpPr>
            <a:spLocks noGrp="1"/>
          </p:cNvSpPr>
          <p:nvPr>
            <p:ph type="ftr" sz="quarter" idx="3"/>
          </p:nvPr>
        </p:nvSpPr>
        <p:spPr>
          <a:xfrm>
            <a:off x="771525" y="6864350"/>
            <a:ext cx="533400" cy="98425"/>
          </a:xfrm>
          <a:prstGeom prst="rect">
            <a:avLst/>
          </a:prstGeom>
        </p:spPr>
        <p:txBody>
          <a:bodyPr vert="horz" lIns="0" tIns="0" rIns="0" bIns="0" numCol="1" rtlCol="0" anchor="ctr"/>
          <a:lstStyle>
            <a:lvl1pPr algn="ctr">
              <a:defRPr sz="300">
                <a:solidFill>
                  <a:schemeClr val="accent4"/>
                </a:solidFill>
              </a:defRPr>
            </a:lvl1pPr>
          </a:lstStyle>
          <a:p>
            <a:endParaRPr lang="en-US" dirty="0"/>
          </a:p>
        </p:txBody>
      </p:sp>
      <p:sp>
        <p:nvSpPr>
          <p:cNvPr id="6" name="Slide Number Placeholder" hidden="1"/>
          <p:cNvSpPr>
            <a:spLocks noGrp="1"/>
          </p:cNvSpPr>
          <p:nvPr>
            <p:ph type="sldNum" sz="quarter" idx="4"/>
          </p:nvPr>
        </p:nvSpPr>
        <p:spPr>
          <a:xfrm>
            <a:off x="1304925" y="6864350"/>
            <a:ext cx="152400" cy="98425"/>
          </a:xfrm>
          <a:prstGeom prst="rect">
            <a:avLst/>
          </a:prstGeom>
        </p:spPr>
        <p:txBody>
          <a:bodyPr vert="horz" lIns="0" tIns="0" rIns="0" bIns="0" numCol="1" rtlCol="0" anchor="ctr"/>
          <a:lstStyle>
            <a:lvl1pPr algn="r">
              <a:defRPr sz="300">
                <a:solidFill>
                  <a:schemeClr val="accent4"/>
                </a:solidFill>
              </a:defRPr>
            </a:lvl1pPr>
          </a:lstStyle>
          <a:p>
            <a:fld id="{8F63CC74-D785-4C96-8C6E-EB177D1B9A1D}" type="slidenum">
              <a:rPr lang="en-US" smtClean="0"/>
              <a:pPr/>
              <a:t>‹#›</a:t>
            </a:fld>
            <a:endParaRPr lang="en-US" dirty="0"/>
          </a:p>
        </p:txBody>
      </p:sp>
      <p:pic>
        <p:nvPicPr>
          <p:cNvPr id="15" name="Picture 14">
            <a:extLst>
              <a:ext uri="{FF2B5EF4-FFF2-40B4-BE49-F238E27FC236}">
                <a16:creationId xmlns:a16="http://schemas.microsoft.com/office/drawing/2014/main" id="{517BCDC7-33E6-4E0D-8470-BD0036821924}"/>
              </a:ext>
            </a:extLst>
          </p:cNvPr>
          <p:cNvPicPr>
            <a:picLocks noChangeAspect="1"/>
          </p:cNvPicPr>
          <p:nvPr userDrawn="1"/>
        </p:nvPicPr>
        <p:blipFill>
          <a:blip r:embed="rId10"/>
          <a:stretch>
            <a:fillRect/>
          </a:stretch>
        </p:blipFill>
        <p:spPr>
          <a:xfrm>
            <a:off x="11009789" y="384048"/>
            <a:ext cx="711200" cy="616373"/>
          </a:xfrm>
          <a:prstGeom prst="rect">
            <a:avLst/>
          </a:prstGeom>
        </p:spPr>
      </p:pic>
    </p:spTree>
    <p:custDataLst>
      <p:tags r:id="rId5"/>
    </p:custDataLst>
    <p:extLst>
      <p:ext uri="{BB962C8B-B14F-4D97-AF65-F5344CB8AC3E}">
        <p14:creationId xmlns:p14="http://schemas.microsoft.com/office/powerpoint/2010/main" val="3752058647"/>
      </p:ext>
    </p:extLst>
  </p:cSld>
  <p:clrMap bg1="dk1" tx1="lt1" bg2="dk2" tx2="lt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88000"/>
        </a:lnSpc>
        <a:spcBef>
          <a:spcPct val="0"/>
        </a:spcBef>
        <a:buNone/>
        <a:defRPr sz="3200" kern="0">
          <a:solidFill>
            <a:schemeClr val="tx2"/>
          </a:solidFill>
          <a:latin typeface="+mj-lt"/>
          <a:ea typeface="+mj-ea"/>
          <a:cs typeface="+mj-cs"/>
        </a:defRPr>
      </a:lvl1pPr>
    </p:titleStyle>
    <p:bodyStyle>
      <a:lvl1pPr marL="0" indent="0" algn="l" defTabSz="914400" rtl="0" eaLnBrk="1" latinLnBrk="0" hangingPunct="1">
        <a:spcBef>
          <a:spcPts val="700"/>
        </a:spcBef>
        <a:buFont typeface="Arial" panose="020B0604020202020204" pitchFamily="34" charset="0"/>
        <a:buChar char="​"/>
        <a:defRPr sz="2400" kern="0">
          <a:solidFill>
            <a:schemeClr val="accent1"/>
          </a:solidFill>
          <a:latin typeface="+mj-lt"/>
          <a:ea typeface="+mn-ea"/>
          <a:cs typeface="+mn-cs"/>
        </a:defRPr>
      </a:lvl1pPr>
      <a:lvl2pPr marL="0" indent="0" algn="l" defTabSz="914400" rtl="0" eaLnBrk="1" latinLnBrk="0" hangingPunct="1">
        <a:spcBef>
          <a:spcPts val="700"/>
        </a:spcBef>
        <a:buFont typeface="Arial" panose="020B0604020202020204" pitchFamily="34" charset="0"/>
        <a:buChar char="​"/>
        <a:defRPr sz="2400" kern="0">
          <a:solidFill>
            <a:schemeClr val="tx1"/>
          </a:solidFill>
          <a:latin typeface="+mn-lt"/>
          <a:ea typeface="+mn-ea"/>
          <a:cs typeface="+mn-cs"/>
        </a:defRPr>
      </a:lvl2pPr>
      <a:lvl3pPr marL="252000" indent="-252000" algn="l" defTabSz="914400" rtl="0" eaLnBrk="1" latinLnBrk="0" hangingPunct="1">
        <a:spcBef>
          <a:spcPts val="700"/>
        </a:spcBef>
        <a:buFont typeface="Arial" panose="020B0604020202020204" pitchFamily="34" charset="0"/>
        <a:buChar char="•"/>
        <a:defRPr sz="2400" kern="0">
          <a:solidFill>
            <a:schemeClr val="tx1"/>
          </a:solidFill>
          <a:latin typeface="+mn-lt"/>
          <a:ea typeface="+mn-ea"/>
          <a:cs typeface="+mn-cs"/>
        </a:defRPr>
      </a:lvl3pPr>
      <a:lvl4pPr marL="504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4pPr>
      <a:lvl5pPr marL="756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5pPr>
      <a:lvl6pPr marL="1008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6pPr>
      <a:lvl7pPr marL="1260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7pPr>
      <a:lvl8pPr marL="1512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8pPr>
      <a:lvl9pPr marL="1764000" indent="-252000" algn="l" defTabSz="914400" rtl="0" eaLnBrk="1" latinLnBrk="0" hangingPunct="1">
        <a:spcBef>
          <a:spcPts val="300"/>
        </a:spcBef>
        <a:buFont typeface="Arial" panose="020B0604020202020204" pitchFamily="34" charset="0"/>
        <a:buChar char="-"/>
        <a:defRPr sz="2400" kern="0">
          <a:solidFill>
            <a:schemeClr val="tx1"/>
          </a:solidFill>
          <a:latin typeface="+mn-lt"/>
          <a:ea typeface="+mn-ea"/>
          <a:cs typeface="+mn-cs"/>
        </a:defRPr>
      </a:lvl9pPr>
    </p:bodyStyle>
    <p:otherStyle>
      <a:defPPr>
        <a:defRPr lang="en-US"/>
      </a:defPPr>
      <a:lvl1pPr marL="0" algn="l" defTabSz="914400" rtl="0" eaLnBrk="1" latinLnBrk="0" hangingPunct="1">
        <a:defRPr sz="2000" kern="0">
          <a:solidFill>
            <a:schemeClr val="tx1"/>
          </a:solidFill>
          <a:latin typeface="+mn-lt"/>
          <a:ea typeface="+mn-ea"/>
          <a:cs typeface="+mn-cs"/>
        </a:defRPr>
      </a:lvl1pPr>
      <a:lvl2pPr marL="252000" algn="l" defTabSz="914400" rtl="0" eaLnBrk="1" latinLnBrk="0" hangingPunct="1">
        <a:defRPr sz="2000" kern="0">
          <a:solidFill>
            <a:schemeClr val="tx1"/>
          </a:solidFill>
          <a:latin typeface="+mn-lt"/>
          <a:ea typeface="+mn-ea"/>
          <a:cs typeface="+mn-cs"/>
        </a:defRPr>
      </a:lvl2pPr>
      <a:lvl3pPr marL="504000" algn="l" defTabSz="914400" rtl="0" eaLnBrk="1" latinLnBrk="0" hangingPunct="1">
        <a:defRPr sz="2000" kern="0">
          <a:solidFill>
            <a:schemeClr val="tx1"/>
          </a:solidFill>
          <a:latin typeface="+mn-lt"/>
          <a:ea typeface="+mn-ea"/>
          <a:cs typeface="+mn-cs"/>
        </a:defRPr>
      </a:lvl3pPr>
      <a:lvl4pPr marL="756000" algn="l" defTabSz="914400" rtl="0" eaLnBrk="1" latinLnBrk="0" hangingPunct="1">
        <a:defRPr sz="200" kern="0">
          <a:solidFill>
            <a:schemeClr val="tx1"/>
          </a:solidFill>
          <a:latin typeface="+mn-lt"/>
          <a:ea typeface="+mn-ea"/>
          <a:cs typeface="+mn-cs"/>
        </a:defRPr>
      </a:lvl4pPr>
      <a:lvl5pPr marL="1008000" algn="l" defTabSz="914400" rtl="0" eaLnBrk="1" latinLnBrk="0" hangingPunct="1">
        <a:defRPr sz="2000" kern="0">
          <a:solidFill>
            <a:schemeClr val="tx1"/>
          </a:solidFill>
          <a:latin typeface="+mn-lt"/>
          <a:ea typeface="+mn-ea"/>
          <a:cs typeface="+mn-cs"/>
        </a:defRPr>
      </a:lvl5pPr>
      <a:lvl6pPr marL="1260000" algn="l" defTabSz="914400" rtl="0" eaLnBrk="1" latinLnBrk="0" hangingPunct="1">
        <a:defRPr sz="2000" kern="0">
          <a:solidFill>
            <a:schemeClr val="tx1"/>
          </a:solidFill>
          <a:latin typeface="+mn-lt"/>
          <a:ea typeface="+mn-ea"/>
          <a:cs typeface="+mn-cs"/>
        </a:defRPr>
      </a:lvl6pPr>
      <a:lvl7pPr marL="1512000" algn="l" defTabSz="914400" rtl="0" eaLnBrk="1" latinLnBrk="0" hangingPunct="1">
        <a:defRPr sz="2000" kern="0">
          <a:solidFill>
            <a:schemeClr val="tx1"/>
          </a:solidFill>
          <a:latin typeface="+mn-lt"/>
          <a:ea typeface="+mn-ea"/>
          <a:cs typeface="+mn-cs"/>
        </a:defRPr>
      </a:lvl7pPr>
      <a:lvl8pPr marL="1764000" algn="l" defTabSz="914400" rtl="0" eaLnBrk="1" latinLnBrk="0" hangingPunct="1">
        <a:defRPr sz="2000" kern="0">
          <a:solidFill>
            <a:schemeClr val="tx1"/>
          </a:solidFill>
          <a:latin typeface="+mn-lt"/>
          <a:ea typeface="+mn-ea"/>
          <a:cs typeface="+mn-cs"/>
        </a:defRPr>
      </a:lvl8pPr>
      <a:lvl9pPr marL="2016000" algn="l" defTabSz="914400" rtl="0" eaLnBrk="1" latinLnBrk="0" hangingPunct="1">
        <a:defRPr sz="2000" kern="0">
          <a:solidFill>
            <a:schemeClr val="tx1"/>
          </a:solidFill>
          <a:latin typeface="+mn-lt"/>
          <a:ea typeface="+mn-ea"/>
          <a:cs typeface="+mn-cs"/>
        </a:defRPr>
      </a:lvl9pPr>
    </p:otherStyle>
  </p:txStyles>
  <p:extLst>
    <p:ext uri="{27BBF7A9-308A-43DC-89C8-2F10F3537804}">
      <p15:sldGuideLst xmlns:p15="http://schemas.microsoft.com/office/powerpoint/2012/main">
        <p15:guide id="1" pos="544">
          <p15:clr>
            <a:srgbClr val="C35EA4"/>
          </p15:clr>
        </p15:guide>
        <p15:guide id="2" pos="7328">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 Target="slide1.xml"/><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slideLayout" Target="../slideLayouts/slideLayout12.xml"/><Relationship Id="rId1" Type="http://schemas.openxmlformats.org/officeDocument/2006/relationships/tags" Target="../tags/tag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8.xml"/><Relationship Id="rId7" Type="http://schemas.openxmlformats.org/officeDocument/2006/relationships/image" Target="../media/image20.emf"/><Relationship Id="rId12" Type="http://schemas.openxmlformats.org/officeDocument/2006/relationships/image" Target="../media/image17.png"/><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9.png"/><Relationship Id="rId4" Type="http://schemas.openxmlformats.org/officeDocument/2006/relationships/slideLayout" Target="../slideLayouts/slideLayout12.xml"/><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10.xml"/><Relationship Id="rId7" Type="http://schemas.openxmlformats.org/officeDocument/2006/relationships/image" Target="../media/image20.emf"/><Relationship Id="rId12" Type="http://schemas.openxmlformats.org/officeDocument/2006/relationships/image" Target="../media/image15.png"/><Relationship Id="rId2" Type="http://schemas.openxmlformats.org/officeDocument/2006/relationships/tags" Target="../tags/tag9.xml"/><Relationship Id="rId1" Type="http://schemas.openxmlformats.org/officeDocument/2006/relationships/vmlDrawing" Target="../drawings/vmlDrawing3.vml"/><Relationship Id="rId6" Type="http://schemas.openxmlformats.org/officeDocument/2006/relationships/oleObject" Target="../embeddings/oleObject3.bin"/><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slideLayout" Target="../slideLayouts/slideLayout12.xml"/><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12.xml"/><Relationship Id="rId7" Type="http://schemas.openxmlformats.org/officeDocument/2006/relationships/image" Target="../media/image20.emf"/><Relationship Id="rId12" Type="http://schemas.openxmlformats.org/officeDocument/2006/relationships/image" Target="../media/image15.png"/><Relationship Id="rId2" Type="http://schemas.openxmlformats.org/officeDocument/2006/relationships/tags" Target="../tags/tag11.xml"/><Relationship Id="rId1" Type="http://schemas.openxmlformats.org/officeDocument/2006/relationships/vmlDrawing" Target="../drawings/vmlDrawing4.vml"/><Relationship Id="rId6" Type="http://schemas.openxmlformats.org/officeDocument/2006/relationships/oleObject" Target="../embeddings/oleObject4.bin"/><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slideLayout" Target="../slideLayouts/slideLayout12.xml"/><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4.xml"/><Relationship Id="rId7" Type="http://schemas.openxmlformats.org/officeDocument/2006/relationships/image" Target="../media/image20.emf"/><Relationship Id="rId12" Type="http://schemas.openxmlformats.org/officeDocument/2006/relationships/image" Target="../media/image18.png"/><Relationship Id="rId2" Type="http://schemas.openxmlformats.org/officeDocument/2006/relationships/tags" Target="../tags/tag13.xml"/><Relationship Id="rId1" Type="http://schemas.openxmlformats.org/officeDocument/2006/relationships/vmlDrawing" Target="../drawings/vmlDrawing5.vml"/><Relationship Id="rId6" Type="http://schemas.openxmlformats.org/officeDocument/2006/relationships/oleObject" Target="../embeddings/oleObject5.bin"/><Relationship Id="rId11" Type="http://schemas.openxmlformats.org/officeDocument/2006/relationships/image" Target="../media/image19.png"/><Relationship Id="rId5" Type="http://schemas.openxmlformats.org/officeDocument/2006/relationships/image" Target="../media/image3.png"/><Relationship Id="rId10" Type="http://schemas.openxmlformats.org/officeDocument/2006/relationships/image" Target="../media/image16.png"/><Relationship Id="rId4" Type="http://schemas.openxmlformats.org/officeDocument/2006/relationships/slideLayout" Target="../slideLayouts/slideLayout12.xml"/><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924560" y="572540"/>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Oval 31">
            <a:extLst>
              <a:ext uri="{FF2B5EF4-FFF2-40B4-BE49-F238E27FC236}">
                <a16:creationId xmlns:a16="http://schemas.microsoft.com/office/drawing/2014/main" id="{AB3E76E7-F18A-413E-8D30-1451BF80F7A8}"/>
              </a:ext>
            </a:extLst>
          </p:cNvPr>
          <p:cNvSpPr/>
          <p:nvPr/>
        </p:nvSpPr>
        <p:spPr>
          <a:xfrm>
            <a:off x="8911270" y="5425629"/>
            <a:ext cx="1820230" cy="1775271"/>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5146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27" name="Rectangle 26">
            <a:extLst>
              <a:ext uri="{FF2B5EF4-FFF2-40B4-BE49-F238E27FC236}">
                <a16:creationId xmlns:a16="http://schemas.microsoft.com/office/drawing/2014/main" id="{A85775B7-B130-C820-D91E-DA3A06AA58BB}"/>
              </a:ext>
            </a:extLst>
          </p:cNvPr>
          <p:cNvSpPr/>
          <p:nvPr/>
        </p:nvSpPr>
        <p:spPr>
          <a:xfrm>
            <a:off x="-2506749" y="374373"/>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9" name="TextBox 8">
            <a:extLst>
              <a:ext uri="{FF2B5EF4-FFF2-40B4-BE49-F238E27FC236}">
                <a16:creationId xmlns:a16="http://schemas.microsoft.com/office/drawing/2014/main" id="{6BF52634-D9F5-98DE-EC7C-DF33BD61C9CE}"/>
              </a:ext>
            </a:extLst>
          </p:cNvPr>
          <p:cNvSpPr txBox="1"/>
          <p:nvPr/>
        </p:nvSpPr>
        <p:spPr>
          <a:xfrm>
            <a:off x="-16703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p:nvSpPr>
          <p:cNvPr id="10" name="TextBox 9">
            <a:extLst>
              <a:ext uri="{FF2B5EF4-FFF2-40B4-BE49-F238E27FC236}">
                <a16:creationId xmlns:a16="http://schemas.microsoft.com/office/drawing/2014/main" id="{7FDFA4B4-B945-F6CC-386E-68060FEFD027}"/>
              </a:ext>
            </a:extLst>
          </p:cNvPr>
          <p:cNvSpPr txBox="1"/>
          <p:nvPr/>
        </p:nvSpPr>
        <p:spPr>
          <a:xfrm>
            <a:off x="-1670397" y="1153791"/>
            <a:ext cx="796176" cy="461665"/>
          </a:xfrm>
          <a:prstGeom prst="rect">
            <a:avLst/>
          </a:prstGeom>
          <a:noFill/>
        </p:spPr>
        <p:txBody>
          <a:bodyPr wrap="square" rtlCol="0">
            <a:spAutoFit/>
          </a:bodyPr>
          <a:lstStyle/>
          <a:p>
            <a:r>
              <a:rPr lang="en-US" sz="2400" b="1" dirty="0">
                <a:solidFill>
                  <a:schemeClr val="bg1"/>
                </a:solidFill>
                <a:latin typeface="Pineapple Days"/>
              </a:rPr>
              <a:t>BPH</a:t>
            </a:r>
          </a:p>
        </p:txBody>
      </p:sp>
      <p:sp>
        <p:nvSpPr>
          <p:cNvPr id="11" name="TextBox 10">
            <a:extLst>
              <a:ext uri="{FF2B5EF4-FFF2-40B4-BE49-F238E27FC236}">
                <a16:creationId xmlns:a16="http://schemas.microsoft.com/office/drawing/2014/main" id="{45C2A972-C651-06E9-091A-9FF49D0B18DF}"/>
              </a:ext>
            </a:extLst>
          </p:cNvPr>
          <p:cNvSpPr txBox="1"/>
          <p:nvPr/>
        </p:nvSpPr>
        <p:spPr>
          <a:xfrm>
            <a:off x="-1923010" y="1827292"/>
            <a:ext cx="1382683"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1</a:t>
            </a:r>
          </a:p>
        </p:txBody>
      </p:sp>
      <p:sp>
        <p:nvSpPr>
          <p:cNvPr id="12" name="TextBox 11">
            <a:extLst>
              <a:ext uri="{FF2B5EF4-FFF2-40B4-BE49-F238E27FC236}">
                <a16:creationId xmlns:a16="http://schemas.microsoft.com/office/drawing/2014/main" id="{3B22D6AF-79BD-A4EF-025A-8738B68229D4}"/>
              </a:ext>
            </a:extLst>
          </p:cNvPr>
          <p:cNvSpPr txBox="1"/>
          <p:nvPr/>
        </p:nvSpPr>
        <p:spPr>
          <a:xfrm>
            <a:off x="-1900844" y="2500793"/>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2</a:t>
            </a:r>
          </a:p>
        </p:txBody>
      </p:sp>
      <p:sp>
        <p:nvSpPr>
          <p:cNvPr id="13" name="TextBox 12">
            <a:extLst>
              <a:ext uri="{FF2B5EF4-FFF2-40B4-BE49-F238E27FC236}">
                <a16:creationId xmlns:a16="http://schemas.microsoft.com/office/drawing/2014/main" id="{19A5E7C0-6EB3-E2C0-A1DB-A920A07D85D9}"/>
              </a:ext>
            </a:extLst>
          </p:cNvPr>
          <p:cNvSpPr txBox="1"/>
          <p:nvPr/>
        </p:nvSpPr>
        <p:spPr>
          <a:xfrm>
            <a:off x="-1890684" y="3174294"/>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3</a:t>
            </a:r>
          </a:p>
        </p:txBody>
      </p:sp>
      <p:sp>
        <p:nvSpPr>
          <p:cNvPr id="14" name="TextBox 13">
            <a:extLst>
              <a:ext uri="{FF2B5EF4-FFF2-40B4-BE49-F238E27FC236}">
                <a16:creationId xmlns:a16="http://schemas.microsoft.com/office/drawing/2014/main" id="{C5E74AF9-A7DA-F7FC-477F-DA6B8903753C}"/>
              </a:ext>
            </a:extLst>
          </p:cNvPr>
          <p:cNvSpPr txBox="1"/>
          <p:nvPr/>
        </p:nvSpPr>
        <p:spPr>
          <a:xfrm>
            <a:off x="-1778925" y="3847795"/>
            <a:ext cx="1013233" cy="461665"/>
          </a:xfrm>
          <a:prstGeom prst="rect">
            <a:avLst/>
          </a:prstGeom>
          <a:noFill/>
        </p:spPr>
        <p:txBody>
          <a:bodyPr wrap="square" rtlCol="0">
            <a:spAutoFit/>
          </a:bodyPr>
          <a:lstStyle/>
          <a:p>
            <a:r>
              <a:rPr lang="en-US" sz="2400" b="1" dirty="0" err="1">
                <a:solidFill>
                  <a:schemeClr val="bg1"/>
                </a:solidFill>
                <a:latin typeface="Pineapple Days"/>
              </a:rPr>
              <a:t>Fungsi</a:t>
            </a:r>
            <a:endParaRPr lang="en-US" sz="2400" b="1" dirty="0">
              <a:solidFill>
                <a:schemeClr val="bg1"/>
              </a:solidFill>
              <a:latin typeface="Pineapple Days"/>
            </a:endParaRPr>
          </a:p>
        </p:txBody>
      </p:sp>
      <p:sp>
        <p:nvSpPr>
          <p:cNvPr id="15" name="TextBox 14">
            <a:extLst>
              <a:ext uri="{FF2B5EF4-FFF2-40B4-BE49-F238E27FC236}">
                <a16:creationId xmlns:a16="http://schemas.microsoft.com/office/drawing/2014/main" id="{645A7951-681E-C0D3-4835-8B1E6D8FC98D}"/>
              </a:ext>
            </a:extLst>
          </p:cNvPr>
          <p:cNvSpPr txBox="1"/>
          <p:nvPr/>
        </p:nvSpPr>
        <p:spPr>
          <a:xfrm>
            <a:off x="-1723508" y="4521296"/>
            <a:ext cx="902398" cy="461665"/>
          </a:xfrm>
          <a:prstGeom prst="rect">
            <a:avLst/>
          </a:prstGeom>
          <a:noFill/>
        </p:spPr>
        <p:txBody>
          <a:bodyPr wrap="square" rtlCol="0">
            <a:spAutoFit/>
          </a:bodyPr>
          <a:lstStyle/>
          <a:p>
            <a:r>
              <a:rPr lang="en-US" sz="2400" b="1" dirty="0" err="1">
                <a:solidFill>
                  <a:schemeClr val="bg1"/>
                </a:solidFill>
                <a:latin typeface="Pineapple Days"/>
              </a:rPr>
              <a:t>Tugas</a:t>
            </a:r>
            <a:endParaRPr lang="en-US" sz="2400" b="1" dirty="0">
              <a:solidFill>
                <a:schemeClr val="bg1"/>
              </a:solidFill>
              <a:latin typeface="Pineapple Days"/>
            </a:endParaRPr>
          </a:p>
        </p:txBody>
      </p:sp>
      <p:sp>
        <p:nvSpPr>
          <p:cNvPr id="16" name="TextBox 15">
            <a:extLst>
              <a:ext uri="{FF2B5EF4-FFF2-40B4-BE49-F238E27FC236}">
                <a16:creationId xmlns:a16="http://schemas.microsoft.com/office/drawing/2014/main" id="{944C65FE-5EB0-8B25-8D2E-6A71D53FC08C}"/>
              </a:ext>
            </a:extLst>
          </p:cNvPr>
          <p:cNvSpPr txBox="1"/>
          <p:nvPr/>
        </p:nvSpPr>
        <p:spPr>
          <a:xfrm>
            <a:off x="-1778925" y="5194797"/>
            <a:ext cx="1013233" cy="461665"/>
          </a:xfrm>
          <a:prstGeom prst="rect">
            <a:avLst/>
          </a:prstGeom>
          <a:noFill/>
        </p:spPr>
        <p:txBody>
          <a:bodyPr wrap="square" rtlCol="0">
            <a:spAutoFit/>
          </a:bodyPr>
          <a:lstStyle/>
          <a:p>
            <a:r>
              <a:rPr lang="en-US" sz="2400" b="1" dirty="0" err="1">
                <a:solidFill>
                  <a:schemeClr val="bg1"/>
                </a:solidFill>
                <a:latin typeface="Pineapple Days"/>
              </a:rPr>
              <a:t>Proker</a:t>
            </a:r>
            <a:endParaRPr lang="en-US" sz="2400" b="1" dirty="0">
              <a:solidFill>
                <a:schemeClr val="bg1"/>
              </a:solidFill>
              <a:latin typeface="Pineapple Days"/>
            </a:endParaRPr>
          </a:p>
        </p:txBody>
      </p:sp>
      <p:sp>
        <p:nvSpPr>
          <p:cNvPr id="17" name="TextBox 16">
            <a:extLst>
              <a:ext uri="{FF2B5EF4-FFF2-40B4-BE49-F238E27FC236}">
                <a16:creationId xmlns:a16="http://schemas.microsoft.com/office/drawing/2014/main" id="{A5510D93-FA09-8228-63AE-B4F344DB743A}"/>
              </a:ext>
            </a:extLst>
          </p:cNvPr>
          <p:cNvSpPr txBox="1"/>
          <p:nvPr/>
        </p:nvSpPr>
        <p:spPr>
          <a:xfrm>
            <a:off x="-1843578" y="5868299"/>
            <a:ext cx="1142539" cy="461665"/>
          </a:xfrm>
          <a:prstGeom prst="rect">
            <a:avLst/>
          </a:prstGeom>
          <a:noFill/>
        </p:spPr>
        <p:txBody>
          <a:bodyPr wrap="square" rtlCol="0">
            <a:spAutoFit/>
          </a:bodyPr>
          <a:lstStyle/>
          <a:p>
            <a:r>
              <a:rPr lang="en-US" sz="2400" b="1" dirty="0" err="1">
                <a:solidFill>
                  <a:schemeClr val="bg1"/>
                </a:solidFill>
                <a:latin typeface="Pineapple Days"/>
              </a:rPr>
              <a:t>Kriteria</a:t>
            </a:r>
            <a:endParaRPr lang="en-US" sz="2400" b="1" dirty="0">
              <a:solidFill>
                <a:schemeClr val="bg1"/>
              </a:solidFill>
              <a:latin typeface="Pineapple Days"/>
            </a:endParaRPr>
          </a:p>
        </p:txBody>
      </p:sp>
      <p:cxnSp>
        <p:nvCxnSpPr>
          <p:cNvPr id="19" name="Straight Connector 18">
            <a:extLst>
              <a:ext uri="{FF2B5EF4-FFF2-40B4-BE49-F238E27FC236}">
                <a16:creationId xmlns:a16="http://schemas.microsoft.com/office/drawing/2014/main" id="{5C5903B6-D31C-A33A-10D7-59A81F6673C8}"/>
              </a:ext>
            </a:extLst>
          </p:cNvPr>
          <p:cNvCxnSpPr>
            <a:cxnSpLocks/>
          </p:cNvCxnSpPr>
          <p:nvPr/>
        </p:nvCxnSpPr>
        <p:spPr>
          <a:xfrm>
            <a:off x="-2112817" y="1047873"/>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BED7A70F-659F-BCDB-3685-F06CE694E204}"/>
              </a:ext>
            </a:extLst>
          </p:cNvPr>
          <p:cNvCxnSpPr>
            <a:cxnSpLocks/>
          </p:cNvCxnSpPr>
          <p:nvPr/>
        </p:nvCxnSpPr>
        <p:spPr>
          <a:xfrm>
            <a:off x="-2112817" y="1721374"/>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68538A4B-C626-5D79-BA3A-78825E87CF59}"/>
              </a:ext>
            </a:extLst>
          </p:cNvPr>
          <p:cNvCxnSpPr>
            <a:cxnSpLocks/>
          </p:cNvCxnSpPr>
          <p:nvPr/>
        </p:nvCxnSpPr>
        <p:spPr>
          <a:xfrm>
            <a:off x="-2112817" y="2394875"/>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D2A6580A-9D58-3EF2-45DE-D6BBEC13B97B}"/>
              </a:ext>
            </a:extLst>
          </p:cNvPr>
          <p:cNvCxnSpPr>
            <a:cxnSpLocks/>
          </p:cNvCxnSpPr>
          <p:nvPr/>
        </p:nvCxnSpPr>
        <p:spPr>
          <a:xfrm>
            <a:off x="-2112817" y="306837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04F8CF56-7170-C140-AE6F-F1715713D30E}"/>
              </a:ext>
            </a:extLst>
          </p:cNvPr>
          <p:cNvCxnSpPr>
            <a:cxnSpLocks/>
          </p:cNvCxnSpPr>
          <p:nvPr/>
        </p:nvCxnSpPr>
        <p:spPr>
          <a:xfrm>
            <a:off x="-2112817" y="374187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24215B53-AB81-89B8-1623-DAAAB682BC0C}"/>
              </a:ext>
            </a:extLst>
          </p:cNvPr>
          <p:cNvCxnSpPr>
            <a:cxnSpLocks/>
          </p:cNvCxnSpPr>
          <p:nvPr/>
        </p:nvCxnSpPr>
        <p:spPr>
          <a:xfrm>
            <a:off x="-2112817" y="441537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0840C47A-F794-CC8E-38DB-2EFEE7B2C40B}"/>
              </a:ext>
            </a:extLst>
          </p:cNvPr>
          <p:cNvCxnSpPr>
            <a:cxnSpLocks/>
          </p:cNvCxnSpPr>
          <p:nvPr/>
        </p:nvCxnSpPr>
        <p:spPr>
          <a:xfrm>
            <a:off x="-2112817" y="508887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F56237EB-7948-1FA1-4CEB-86AF7D0CE289}"/>
              </a:ext>
            </a:extLst>
          </p:cNvPr>
          <p:cNvCxnSpPr>
            <a:cxnSpLocks/>
          </p:cNvCxnSpPr>
          <p:nvPr/>
        </p:nvCxnSpPr>
        <p:spPr>
          <a:xfrm>
            <a:off x="-2112817" y="576238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pic>
        <p:nvPicPr>
          <p:cNvPr id="29" name="Picture 28">
            <a:extLst>
              <a:ext uri="{FF2B5EF4-FFF2-40B4-BE49-F238E27FC236}">
                <a16:creationId xmlns:a16="http://schemas.microsoft.com/office/drawing/2014/main" id="{F37D1AAB-5098-DC4F-21A5-B344C72757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85276" y="1047870"/>
            <a:ext cx="6117607" cy="6117607"/>
          </a:xfrm>
          <a:prstGeom prst="rect">
            <a:avLst/>
          </a:prstGeom>
        </p:spPr>
      </p:pic>
      <p:sp>
        <p:nvSpPr>
          <p:cNvPr id="30" name="TextBox 29">
            <a:extLst>
              <a:ext uri="{FF2B5EF4-FFF2-40B4-BE49-F238E27FC236}">
                <a16:creationId xmlns:a16="http://schemas.microsoft.com/office/drawing/2014/main" id="{0D46DA6A-0ECD-6884-5452-6DD27D11EDA9}"/>
              </a:ext>
            </a:extLst>
          </p:cNvPr>
          <p:cNvSpPr txBox="1"/>
          <p:nvPr/>
        </p:nvSpPr>
        <p:spPr>
          <a:xfrm>
            <a:off x="1195185" y="676737"/>
            <a:ext cx="7126944"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IT Implementation on Library</a:t>
            </a:r>
          </a:p>
        </p:txBody>
      </p:sp>
      <p:sp>
        <p:nvSpPr>
          <p:cNvPr id="31" name="TextBox 30">
            <a:extLst>
              <a:ext uri="{FF2B5EF4-FFF2-40B4-BE49-F238E27FC236}">
                <a16:creationId xmlns:a16="http://schemas.microsoft.com/office/drawing/2014/main" id="{CBC2F3AF-5479-499D-2F05-8AACAA7664E4}"/>
              </a:ext>
            </a:extLst>
          </p:cNvPr>
          <p:cNvSpPr txBox="1"/>
          <p:nvPr/>
        </p:nvSpPr>
        <p:spPr>
          <a:xfrm>
            <a:off x="1195185" y="1215346"/>
            <a:ext cx="5778270" cy="1446550"/>
          </a:xfrm>
          <a:prstGeom prst="rect">
            <a:avLst/>
          </a:prstGeom>
          <a:noFill/>
        </p:spPr>
        <p:txBody>
          <a:bodyPr wrap="square" rtlCol="0">
            <a:spAutoFit/>
          </a:bodyPr>
          <a:lstStyle/>
          <a:p>
            <a:r>
              <a:rPr lang="en-US" sz="2000" b="1" dirty="0" err="1">
                <a:solidFill>
                  <a:schemeClr val="bg1"/>
                </a:solidFill>
                <a:latin typeface="Montserrat" panose="00000500000000000000" pitchFamily="2" charset="0"/>
              </a:rPr>
              <a:t>Kelompok</a:t>
            </a:r>
            <a:r>
              <a:rPr lang="en-US" sz="2000" b="1" dirty="0">
                <a:solidFill>
                  <a:schemeClr val="bg1"/>
                </a:solidFill>
                <a:latin typeface="Montserrat" panose="00000500000000000000" pitchFamily="2" charset="0"/>
              </a:rPr>
              <a:t> 10</a:t>
            </a:r>
          </a:p>
          <a:p>
            <a:r>
              <a:rPr lang="en-US" sz="1600" b="1" dirty="0">
                <a:solidFill>
                  <a:schemeClr val="bg1"/>
                </a:solidFill>
                <a:latin typeface="Montserrat" panose="00000500000000000000" pitchFamily="2" charset="0"/>
              </a:rPr>
              <a:t>Laura Al Khansa</a:t>
            </a:r>
          </a:p>
          <a:p>
            <a:r>
              <a:rPr lang="sv-SE" sz="1600" b="1" dirty="0">
                <a:solidFill>
                  <a:schemeClr val="bg1"/>
                </a:solidFill>
                <a:latin typeface="Montserrat" panose="00000500000000000000" pitchFamily="2" charset="0"/>
              </a:rPr>
              <a:t>Namira Assalwa</a:t>
            </a:r>
          </a:p>
          <a:p>
            <a:r>
              <a:rPr lang="sv-SE" sz="1600" b="1" dirty="0">
                <a:solidFill>
                  <a:schemeClr val="bg1"/>
                </a:solidFill>
                <a:latin typeface="Montserrat" panose="00000500000000000000" pitchFamily="2" charset="0"/>
              </a:rPr>
              <a:t>Muhammad Adib Arkan</a:t>
            </a:r>
          </a:p>
          <a:p>
            <a:endParaRPr lang="en-US" sz="2000" b="1"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27734291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3.33333E-6 -1.48148E-6 L 3.33333E-6 0.04977 " pathEditMode="relative" rAng="0" ptsTypes="AA">
                                      <p:cBhvr>
                                        <p:cTn id="6" dur="2000" fill="hold"/>
                                        <p:tgtEl>
                                          <p:spTgt spid="29"/>
                                        </p:tgtEl>
                                        <p:attrNameLst>
                                          <p:attrName>ppt_x</p:attrName>
                                          <p:attrName>ppt_y</p:attrName>
                                        </p:attrNameLst>
                                      </p:cBhvr>
                                      <p:rCtr x="0" y="2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3058160" y="572540"/>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Oval 31">
            <a:extLst>
              <a:ext uri="{FF2B5EF4-FFF2-40B4-BE49-F238E27FC236}">
                <a16:creationId xmlns:a16="http://schemas.microsoft.com/office/drawing/2014/main" id="{AB3E76E7-F18A-413E-8D30-1451BF80F7A8}"/>
              </a:ext>
            </a:extLst>
          </p:cNvPr>
          <p:cNvSpPr/>
          <p:nvPr/>
        </p:nvSpPr>
        <p:spPr>
          <a:xfrm>
            <a:off x="8911270" y="5425629"/>
            <a:ext cx="1554163" cy="1535441"/>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53ED52C4-75C6-48CC-B3D5-103AAD6B00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50285" y="1047870"/>
            <a:ext cx="6117607" cy="6117607"/>
          </a:xfrm>
          <a:prstGeom prst="rect">
            <a:avLst/>
          </a:prstGeom>
        </p:spPr>
      </p:pic>
      <p:sp>
        <p:nvSpPr>
          <p:cNvPr id="29" name="TextBox 28">
            <a:extLst>
              <a:ext uri="{FF2B5EF4-FFF2-40B4-BE49-F238E27FC236}">
                <a16:creationId xmlns:a16="http://schemas.microsoft.com/office/drawing/2014/main" id="{5176DAD1-3D8C-4E60-975E-5DE8E743D9AD}"/>
              </a:ext>
            </a:extLst>
          </p:cNvPr>
          <p:cNvSpPr txBox="1"/>
          <p:nvPr/>
        </p:nvSpPr>
        <p:spPr>
          <a:xfrm>
            <a:off x="3175939" y="605748"/>
            <a:ext cx="7126944"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IT Implementation on Library</a:t>
            </a:r>
          </a:p>
        </p:txBody>
      </p:sp>
      <p:sp>
        <p:nvSpPr>
          <p:cNvPr id="34" name="TextBox 33">
            <a:extLst>
              <a:ext uri="{FF2B5EF4-FFF2-40B4-BE49-F238E27FC236}">
                <a16:creationId xmlns:a16="http://schemas.microsoft.com/office/drawing/2014/main" id="{68A0EAD7-E0FA-44C2-819B-383B49FF3964}"/>
              </a:ext>
            </a:extLst>
          </p:cNvPr>
          <p:cNvSpPr txBox="1"/>
          <p:nvPr/>
        </p:nvSpPr>
        <p:spPr>
          <a:xfrm>
            <a:off x="3175939" y="1144357"/>
            <a:ext cx="5778270" cy="1446550"/>
          </a:xfrm>
          <a:prstGeom prst="rect">
            <a:avLst/>
          </a:prstGeom>
          <a:noFill/>
        </p:spPr>
        <p:txBody>
          <a:bodyPr wrap="square" rtlCol="0">
            <a:spAutoFit/>
          </a:bodyPr>
          <a:lstStyle/>
          <a:p>
            <a:r>
              <a:rPr lang="en-US" sz="2000" b="1" dirty="0" err="1">
                <a:solidFill>
                  <a:schemeClr val="bg1"/>
                </a:solidFill>
                <a:latin typeface="Montserrat" panose="00000500000000000000" pitchFamily="2" charset="0"/>
              </a:rPr>
              <a:t>Kelompok</a:t>
            </a:r>
            <a:r>
              <a:rPr lang="en-US" sz="2000" b="1" dirty="0">
                <a:solidFill>
                  <a:schemeClr val="bg1"/>
                </a:solidFill>
                <a:latin typeface="Montserrat" panose="00000500000000000000" pitchFamily="2" charset="0"/>
              </a:rPr>
              <a:t> 10</a:t>
            </a:r>
          </a:p>
          <a:p>
            <a:r>
              <a:rPr lang="en-US" sz="1600" b="1" dirty="0">
                <a:solidFill>
                  <a:schemeClr val="bg1"/>
                </a:solidFill>
                <a:latin typeface="Montserrat" panose="00000500000000000000" pitchFamily="2" charset="0"/>
              </a:rPr>
              <a:t>Laura Al Khansa</a:t>
            </a:r>
          </a:p>
          <a:p>
            <a:r>
              <a:rPr lang="sv-SE" sz="1600" b="1" dirty="0">
                <a:solidFill>
                  <a:schemeClr val="bg1"/>
                </a:solidFill>
                <a:latin typeface="Montserrat" panose="00000500000000000000" pitchFamily="2" charset="0"/>
              </a:rPr>
              <a:t>Namira Assalwa</a:t>
            </a:r>
          </a:p>
          <a:p>
            <a:r>
              <a:rPr lang="sv-SE" sz="1600" b="1" dirty="0">
                <a:solidFill>
                  <a:schemeClr val="bg1"/>
                </a:solidFill>
                <a:latin typeface="Montserrat" panose="00000500000000000000" pitchFamily="2" charset="0"/>
              </a:rPr>
              <a:t>Muhammad Adib Arkan</a:t>
            </a:r>
          </a:p>
          <a:p>
            <a:endParaRPr lang="en-US" sz="2000" b="1" dirty="0">
              <a:solidFill>
                <a:schemeClr val="bg1"/>
              </a:solidFill>
              <a:latin typeface="Montserrat" panose="00000500000000000000" pitchFamily="2" charset="0"/>
            </a:endParaRPr>
          </a:p>
        </p:txBody>
      </p:sp>
      <p:sp useBgFill="1">
        <p:nvSpPr>
          <p:cNvPr id="37" name="Rectangle 36">
            <a:extLst>
              <a:ext uri="{FF2B5EF4-FFF2-40B4-BE49-F238E27FC236}">
                <a16:creationId xmlns:a16="http://schemas.microsoft.com/office/drawing/2014/main" id="{210C6C90-E9B8-41D3-9BC1-188F37D57BAB}"/>
              </a:ext>
            </a:extLst>
          </p:cNvPr>
          <p:cNvSpPr/>
          <p:nvPr/>
        </p:nvSpPr>
        <p:spPr>
          <a:xfrm>
            <a:off x="7851" y="1342812"/>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39" name="TextBox 38">
            <a:extLst>
              <a:ext uri="{FF2B5EF4-FFF2-40B4-BE49-F238E27FC236}">
                <a16:creationId xmlns:a16="http://schemas.microsoft.com/office/drawing/2014/main" id="{953EDEB0-D20F-465D-B65E-1FFD1DAECCE8}"/>
              </a:ext>
            </a:extLst>
          </p:cNvPr>
          <p:cNvSpPr txBox="1"/>
          <p:nvPr/>
        </p:nvSpPr>
        <p:spPr>
          <a:xfrm>
            <a:off x="532327" y="2103944"/>
            <a:ext cx="1681016" cy="461665"/>
          </a:xfrm>
          <a:prstGeom prst="rect">
            <a:avLst/>
          </a:prstGeom>
          <a:noFill/>
        </p:spPr>
        <p:txBody>
          <a:bodyPr wrap="square" rtlCol="0">
            <a:spAutoFit/>
          </a:bodyPr>
          <a:lstStyle/>
          <a:p>
            <a:r>
              <a:rPr lang="en-US" sz="2400" b="1" dirty="0">
                <a:solidFill>
                  <a:schemeClr val="bg1"/>
                </a:solidFill>
                <a:latin typeface="Pineapple Days"/>
              </a:rPr>
              <a:t>Hardware</a:t>
            </a:r>
          </a:p>
        </p:txBody>
      </p:sp>
      <p:sp>
        <p:nvSpPr>
          <p:cNvPr id="44" name="TextBox 43">
            <a:extLst>
              <a:ext uri="{FF2B5EF4-FFF2-40B4-BE49-F238E27FC236}">
                <a16:creationId xmlns:a16="http://schemas.microsoft.com/office/drawing/2014/main" id="{E1DBE9B0-20DC-4DD6-BDED-00405054C02E}"/>
              </a:ext>
            </a:extLst>
          </p:cNvPr>
          <p:cNvSpPr txBox="1"/>
          <p:nvPr/>
        </p:nvSpPr>
        <p:spPr>
          <a:xfrm>
            <a:off x="65340" y="1431544"/>
            <a:ext cx="2468880" cy="492443"/>
          </a:xfrm>
          <a:prstGeom prst="rect">
            <a:avLst/>
          </a:prstGeom>
          <a:noFill/>
        </p:spPr>
        <p:txBody>
          <a:bodyPr wrap="square" rtlCol="0">
            <a:spAutoFit/>
          </a:bodyPr>
          <a:lstStyle/>
          <a:p>
            <a:r>
              <a:rPr lang="en-US" sz="2600" b="1" dirty="0">
                <a:solidFill>
                  <a:schemeClr val="bg1"/>
                </a:solidFill>
                <a:latin typeface="Pineapple Days"/>
              </a:rPr>
              <a:t>System Analysis</a:t>
            </a:r>
          </a:p>
        </p:txBody>
      </p:sp>
      <p:cxnSp>
        <p:nvCxnSpPr>
          <p:cNvPr id="45" name="Straight Connector 44">
            <a:extLst>
              <a:ext uri="{FF2B5EF4-FFF2-40B4-BE49-F238E27FC236}">
                <a16:creationId xmlns:a16="http://schemas.microsoft.com/office/drawing/2014/main" id="{13782EF7-FDC7-4284-BE04-DE941EBFFAE4}"/>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6" name="Straight Connector 45">
            <a:extLst>
              <a:ext uri="{FF2B5EF4-FFF2-40B4-BE49-F238E27FC236}">
                <a16:creationId xmlns:a16="http://schemas.microsoft.com/office/drawing/2014/main" id="{021CF477-6110-42D1-8606-CFB8104C17B6}"/>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7" name="Straight Connector 46">
            <a:extLst>
              <a:ext uri="{FF2B5EF4-FFF2-40B4-BE49-F238E27FC236}">
                <a16:creationId xmlns:a16="http://schemas.microsoft.com/office/drawing/2014/main" id="{E3A56F25-017D-4329-9DDE-B578241C9CD8}"/>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8" name="Straight Connector 47">
            <a:extLst>
              <a:ext uri="{FF2B5EF4-FFF2-40B4-BE49-F238E27FC236}">
                <a16:creationId xmlns:a16="http://schemas.microsoft.com/office/drawing/2014/main" id="{E46382B8-5E57-4DDE-83D0-11FEBEAB2A3B}"/>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2A32D706-2CE9-4C43-B7BA-E2A0A993414C}"/>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F51D1F2E-D08C-49EE-BB84-914B5AC76E46}"/>
              </a:ext>
            </a:extLst>
          </p:cNvPr>
          <p:cNvSpPr txBox="1"/>
          <p:nvPr/>
        </p:nvSpPr>
        <p:spPr>
          <a:xfrm>
            <a:off x="591590" y="2777445"/>
            <a:ext cx="1382683" cy="461665"/>
          </a:xfrm>
          <a:prstGeom prst="rect">
            <a:avLst/>
          </a:prstGeom>
          <a:noFill/>
        </p:spPr>
        <p:txBody>
          <a:bodyPr wrap="square" rtlCol="0">
            <a:spAutoFit/>
          </a:bodyPr>
          <a:lstStyle/>
          <a:p>
            <a:r>
              <a:rPr lang="en-US" sz="2400" b="1" dirty="0">
                <a:solidFill>
                  <a:schemeClr val="bg1"/>
                </a:solidFill>
                <a:latin typeface="Pineapple Days"/>
              </a:rPr>
              <a:t>Software</a:t>
            </a:r>
          </a:p>
        </p:txBody>
      </p:sp>
      <p:sp>
        <p:nvSpPr>
          <p:cNvPr id="51" name="TextBox 50">
            <a:extLst>
              <a:ext uri="{FF2B5EF4-FFF2-40B4-BE49-F238E27FC236}">
                <a16:creationId xmlns:a16="http://schemas.microsoft.com/office/drawing/2014/main" id="{A48EF385-AB74-40F4-B5E7-5B6897BD5C1F}"/>
              </a:ext>
            </a:extLst>
          </p:cNvPr>
          <p:cNvSpPr txBox="1"/>
          <p:nvPr/>
        </p:nvSpPr>
        <p:spPr>
          <a:xfrm>
            <a:off x="591590" y="3450946"/>
            <a:ext cx="1467329" cy="461665"/>
          </a:xfrm>
          <a:prstGeom prst="rect">
            <a:avLst/>
          </a:prstGeom>
          <a:noFill/>
        </p:spPr>
        <p:txBody>
          <a:bodyPr wrap="square" rtlCol="0">
            <a:spAutoFit/>
          </a:bodyPr>
          <a:lstStyle/>
          <a:p>
            <a:r>
              <a:rPr lang="en-US" sz="2400" b="1" dirty="0">
                <a:solidFill>
                  <a:schemeClr val="bg1"/>
                </a:solidFill>
                <a:latin typeface="Pineapple Days"/>
              </a:rPr>
              <a:t>Topology</a:t>
            </a:r>
          </a:p>
        </p:txBody>
      </p:sp>
      <p:sp>
        <p:nvSpPr>
          <p:cNvPr id="52" name="TextBox 51">
            <a:extLst>
              <a:ext uri="{FF2B5EF4-FFF2-40B4-BE49-F238E27FC236}">
                <a16:creationId xmlns:a16="http://schemas.microsoft.com/office/drawing/2014/main" id="{D60C5185-316E-470C-BCA9-59EB7BB58586}"/>
              </a:ext>
            </a:extLst>
          </p:cNvPr>
          <p:cNvSpPr txBox="1"/>
          <p:nvPr/>
        </p:nvSpPr>
        <p:spPr>
          <a:xfrm>
            <a:off x="865625" y="4091262"/>
            <a:ext cx="1318030" cy="461665"/>
          </a:xfrm>
          <a:prstGeom prst="rect">
            <a:avLst/>
          </a:prstGeom>
          <a:noFill/>
        </p:spPr>
        <p:txBody>
          <a:bodyPr wrap="square" rtlCol="0">
            <a:spAutoFit/>
          </a:bodyPr>
          <a:lstStyle/>
          <a:p>
            <a:r>
              <a:rPr lang="en-US" sz="2400" b="1" dirty="0">
                <a:solidFill>
                  <a:schemeClr val="bg1"/>
                </a:solidFill>
                <a:latin typeface="Pineapple Days"/>
              </a:rPr>
              <a:t>Map</a:t>
            </a:r>
          </a:p>
        </p:txBody>
      </p:sp>
      <p:sp>
        <p:nvSpPr>
          <p:cNvPr id="53" name="TextBox 52">
            <a:extLst>
              <a:ext uri="{FF2B5EF4-FFF2-40B4-BE49-F238E27FC236}">
                <a16:creationId xmlns:a16="http://schemas.microsoft.com/office/drawing/2014/main" id="{23BE92F7-1404-4D53-BB06-A59CE89A870C}"/>
              </a:ext>
            </a:extLst>
          </p:cNvPr>
          <p:cNvSpPr txBox="1"/>
          <p:nvPr/>
        </p:nvSpPr>
        <p:spPr>
          <a:xfrm>
            <a:off x="866218" y="4764762"/>
            <a:ext cx="1013233" cy="461665"/>
          </a:xfrm>
          <a:prstGeom prst="rect">
            <a:avLst/>
          </a:prstGeom>
          <a:noFill/>
        </p:spPr>
        <p:txBody>
          <a:bodyPr wrap="square" rtlCol="0">
            <a:spAutoFit/>
          </a:bodyPr>
          <a:lstStyle/>
          <a:p>
            <a:r>
              <a:rPr lang="en-US" sz="2400" b="1" dirty="0">
                <a:solidFill>
                  <a:schemeClr val="bg1"/>
                </a:solidFill>
                <a:latin typeface="Pineapple Days"/>
              </a:rPr>
              <a:t>Cost</a:t>
            </a:r>
          </a:p>
        </p:txBody>
      </p:sp>
    </p:spTree>
    <p:extLst>
      <p:ext uri="{BB962C8B-B14F-4D97-AF65-F5344CB8AC3E}">
        <p14:creationId xmlns:p14="http://schemas.microsoft.com/office/powerpoint/2010/main" val="20253788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3.33333E-6 -1.48148E-6 L 3.33333E-6 0.04977 " pathEditMode="relative" rAng="0" ptsTypes="AA">
                                      <p:cBhvr>
                                        <p:cTn id="6" dur="2000" fill="hold"/>
                                        <p:tgtEl>
                                          <p:spTgt spid="26"/>
                                        </p:tgtEl>
                                        <p:attrNameLst>
                                          <p:attrName>ppt_x</p:attrName>
                                          <p:attrName>ppt_y</p:attrName>
                                        </p:attrNameLst>
                                      </p:cBhvr>
                                      <p:rCtr x="0" y="2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2" name="Oval 31">
            <a:extLst>
              <a:ext uri="{FF2B5EF4-FFF2-40B4-BE49-F238E27FC236}">
                <a16:creationId xmlns:a16="http://schemas.microsoft.com/office/drawing/2014/main" id="{AB3E76E7-F18A-413E-8D30-1451BF80F7A8}"/>
              </a:ext>
            </a:extLst>
          </p:cNvPr>
          <p:cNvSpPr/>
          <p:nvPr/>
        </p:nvSpPr>
        <p:spPr>
          <a:xfrm>
            <a:off x="8911270" y="5425629"/>
            <a:ext cx="1554163" cy="1535441"/>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589196"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A85775B7-B130-C820-D91E-DA3A06AA58BB}"/>
              </a:ext>
            </a:extLst>
          </p:cNvPr>
          <p:cNvSpPr/>
          <p:nvPr/>
        </p:nvSpPr>
        <p:spPr>
          <a:xfrm>
            <a:off x="-2581345" y="374373"/>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9" name="TextBox 8">
            <a:extLst>
              <a:ext uri="{FF2B5EF4-FFF2-40B4-BE49-F238E27FC236}">
                <a16:creationId xmlns:a16="http://schemas.microsoft.com/office/drawing/2014/main" id="{6BF52634-D9F5-98DE-EC7C-DF33BD61C9CE}"/>
              </a:ext>
            </a:extLst>
          </p:cNvPr>
          <p:cNvSpPr txBox="1"/>
          <p:nvPr/>
        </p:nvSpPr>
        <p:spPr>
          <a:xfrm>
            <a:off x="-1744993"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p:nvSpPr>
          <p:cNvPr id="10" name="TextBox 9">
            <a:extLst>
              <a:ext uri="{FF2B5EF4-FFF2-40B4-BE49-F238E27FC236}">
                <a16:creationId xmlns:a16="http://schemas.microsoft.com/office/drawing/2014/main" id="{7FDFA4B4-B945-F6CC-386E-68060FEFD027}"/>
              </a:ext>
            </a:extLst>
          </p:cNvPr>
          <p:cNvSpPr txBox="1"/>
          <p:nvPr/>
        </p:nvSpPr>
        <p:spPr>
          <a:xfrm>
            <a:off x="-1744993" y="1153791"/>
            <a:ext cx="796176" cy="461665"/>
          </a:xfrm>
          <a:prstGeom prst="rect">
            <a:avLst/>
          </a:prstGeom>
          <a:noFill/>
        </p:spPr>
        <p:txBody>
          <a:bodyPr wrap="square" rtlCol="0">
            <a:spAutoFit/>
          </a:bodyPr>
          <a:lstStyle/>
          <a:p>
            <a:r>
              <a:rPr lang="en-US" sz="2400" b="1" dirty="0">
                <a:solidFill>
                  <a:schemeClr val="bg1"/>
                </a:solidFill>
                <a:latin typeface="Pineapple Days"/>
              </a:rPr>
              <a:t>BPH</a:t>
            </a:r>
          </a:p>
        </p:txBody>
      </p:sp>
      <p:sp>
        <p:nvSpPr>
          <p:cNvPr id="11" name="TextBox 10">
            <a:extLst>
              <a:ext uri="{FF2B5EF4-FFF2-40B4-BE49-F238E27FC236}">
                <a16:creationId xmlns:a16="http://schemas.microsoft.com/office/drawing/2014/main" id="{45C2A972-C651-06E9-091A-9FF49D0B18DF}"/>
              </a:ext>
            </a:extLst>
          </p:cNvPr>
          <p:cNvSpPr txBox="1"/>
          <p:nvPr/>
        </p:nvSpPr>
        <p:spPr>
          <a:xfrm>
            <a:off x="-1997606" y="1827292"/>
            <a:ext cx="1382683"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1</a:t>
            </a:r>
          </a:p>
        </p:txBody>
      </p:sp>
      <p:sp>
        <p:nvSpPr>
          <p:cNvPr id="12" name="TextBox 11">
            <a:extLst>
              <a:ext uri="{FF2B5EF4-FFF2-40B4-BE49-F238E27FC236}">
                <a16:creationId xmlns:a16="http://schemas.microsoft.com/office/drawing/2014/main" id="{3B22D6AF-79BD-A4EF-025A-8738B68229D4}"/>
              </a:ext>
            </a:extLst>
          </p:cNvPr>
          <p:cNvSpPr txBox="1"/>
          <p:nvPr/>
        </p:nvSpPr>
        <p:spPr>
          <a:xfrm>
            <a:off x="-1975440" y="2500793"/>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2</a:t>
            </a:r>
          </a:p>
        </p:txBody>
      </p:sp>
      <p:sp>
        <p:nvSpPr>
          <p:cNvPr id="13" name="TextBox 12">
            <a:extLst>
              <a:ext uri="{FF2B5EF4-FFF2-40B4-BE49-F238E27FC236}">
                <a16:creationId xmlns:a16="http://schemas.microsoft.com/office/drawing/2014/main" id="{19A5E7C0-6EB3-E2C0-A1DB-A920A07D85D9}"/>
              </a:ext>
            </a:extLst>
          </p:cNvPr>
          <p:cNvSpPr txBox="1"/>
          <p:nvPr/>
        </p:nvSpPr>
        <p:spPr>
          <a:xfrm>
            <a:off x="-1965280" y="3174294"/>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3</a:t>
            </a:r>
          </a:p>
        </p:txBody>
      </p:sp>
      <p:sp>
        <p:nvSpPr>
          <p:cNvPr id="14" name="TextBox 13">
            <a:extLst>
              <a:ext uri="{FF2B5EF4-FFF2-40B4-BE49-F238E27FC236}">
                <a16:creationId xmlns:a16="http://schemas.microsoft.com/office/drawing/2014/main" id="{C5E74AF9-A7DA-F7FC-477F-DA6B8903753C}"/>
              </a:ext>
            </a:extLst>
          </p:cNvPr>
          <p:cNvSpPr txBox="1"/>
          <p:nvPr/>
        </p:nvSpPr>
        <p:spPr>
          <a:xfrm>
            <a:off x="-1853521" y="3847795"/>
            <a:ext cx="1013233" cy="461665"/>
          </a:xfrm>
          <a:prstGeom prst="rect">
            <a:avLst/>
          </a:prstGeom>
          <a:noFill/>
        </p:spPr>
        <p:txBody>
          <a:bodyPr wrap="square" rtlCol="0">
            <a:spAutoFit/>
          </a:bodyPr>
          <a:lstStyle/>
          <a:p>
            <a:r>
              <a:rPr lang="en-US" sz="2400" b="1" dirty="0" err="1">
                <a:solidFill>
                  <a:schemeClr val="bg1"/>
                </a:solidFill>
                <a:latin typeface="Pineapple Days"/>
              </a:rPr>
              <a:t>Fungsi</a:t>
            </a:r>
            <a:endParaRPr lang="en-US" sz="2400" b="1" dirty="0">
              <a:solidFill>
                <a:schemeClr val="bg1"/>
              </a:solidFill>
              <a:latin typeface="Pineapple Days"/>
            </a:endParaRPr>
          </a:p>
        </p:txBody>
      </p:sp>
      <p:sp>
        <p:nvSpPr>
          <p:cNvPr id="15" name="TextBox 14">
            <a:extLst>
              <a:ext uri="{FF2B5EF4-FFF2-40B4-BE49-F238E27FC236}">
                <a16:creationId xmlns:a16="http://schemas.microsoft.com/office/drawing/2014/main" id="{645A7951-681E-C0D3-4835-8B1E6D8FC98D}"/>
              </a:ext>
            </a:extLst>
          </p:cNvPr>
          <p:cNvSpPr txBox="1"/>
          <p:nvPr/>
        </p:nvSpPr>
        <p:spPr>
          <a:xfrm>
            <a:off x="-1798104" y="4521296"/>
            <a:ext cx="902398" cy="461665"/>
          </a:xfrm>
          <a:prstGeom prst="rect">
            <a:avLst/>
          </a:prstGeom>
          <a:noFill/>
        </p:spPr>
        <p:txBody>
          <a:bodyPr wrap="square" rtlCol="0">
            <a:spAutoFit/>
          </a:bodyPr>
          <a:lstStyle/>
          <a:p>
            <a:r>
              <a:rPr lang="en-US" sz="2400" b="1" dirty="0" err="1">
                <a:solidFill>
                  <a:schemeClr val="bg1"/>
                </a:solidFill>
                <a:latin typeface="Pineapple Days"/>
              </a:rPr>
              <a:t>Tugas</a:t>
            </a:r>
            <a:endParaRPr lang="en-US" sz="2400" b="1" dirty="0">
              <a:solidFill>
                <a:schemeClr val="bg1"/>
              </a:solidFill>
              <a:latin typeface="Pineapple Days"/>
            </a:endParaRPr>
          </a:p>
        </p:txBody>
      </p:sp>
      <p:sp>
        <p:nvSpPr>
          <p:cNvPr id="16" name="TextBox 15">
            <a:extLst>
              <a:ext uri="{FF2B5EF4-FFF2-40B4-BE49-F238E27FC236}">
                <a16:creationId xmlns:a16="http://schemas.microsoft.com/office/drawing/2014/main" id="{944C65FE-5EB0-8B25-8D2E-6A71D53FC08C}"/>
              </a:ext>
            </a:extLst>
          </p:cNvPr>
          <p:cNvSpPr txBox="1"/>
          <p:nvPr/>
        </p:nvSpPr>
        <p:spPr>
          <a:xfrm>
            <a:off x="-1853521" y="5194797"/>
            <a:ext cx="1013233" cy="461665"/>
          </a:xfrm>
          <a:prstGeom prst="rect">
            <a:avLst/>
          </a:prstGeom>
          <a:noFill/>
        </p:spPr>
        <p:txBody>
          <a:bodyPr wrap="square" rtlCol="0">
            <a:spAutoFit/>
          </a:bodyPr>
          <a:lstStyle/>
          <a:p>
            <a:r>
              <a:rPr lang="en-US" sz="2400" b="1" dirty="0" err="1">
                <a:solidFill>
                  <a:schemeClr val="bg1"/>
                </a:solidFill>
                <a:latin typeface="Pineapple Days"/>
              </a:rPr>
              <a:t>Proker</a:t>
            </a:r>
            <a:endParaRPr lang="en-US" sz="2400" b="1" dirty="0">
              <a:solidFill>
                <a:schemeClr val="bg1"/>
              </a:solidFill>
              <a:latin typeface="Pineapple Days"/>
            </a:endParaRPr>
          </a:p>
        </p:txBody>
      </p:sp>
      <p:sp>
        <p:nvSpPr>
          <p:cNvPr id="17" name="TextBox 16">
            <a:extLst>
              <a:ext uri="{FF2B5EF4-FFF2-40B4-BE49-F238E27FC236}">
                <a16:creationId xmlns:a16="http://schemas.microsoft.com/office/drawing/2014/main" id="{A5510D93-FA09-8228-63AE-B4F344DB743A}"/>
              </a:ext>
            </a:extLst>
          </p:cNvPr>
          <p:cNvSpPr txBox="1"/>
          <p:nvPr/>
        </p:nvSpPr>
        <p:spPr>
          <a:xfrm>
            <a:off x="-1918174" y="5868299"/>
            <a:ext cx="1142539" cy="461665"/>
          </a:xfrm>
          <a:prstGeom prst="rect">
            <a:avLst/>
          </a:prstGeom>
          <a:noFill/>
        </p:spPr>
        <p:txBody>
          <a:bodyPr wrap="square" rtlCol="0">
            <a:spAutoFit/>
          </a:bodyPr>
          <a:lstStyle/>
          <a:p>
            <a:r>
              <a:rPr lang="en-US" sz="2400" b="1" dirty="0" err="1">
                <a:solidFill>
                  <a:schemeClr val="bg1"/>
                </a:solidFill>
                <a:latin typeface="Pineapple Days"/>
              </a:rPr>
              <a:t>Kriteria</a:t>
            </a:r>
            <a:endParaRPr lang="en-US" sz="2400" b="1" dirty="0">
              <a:solidFill>
                <a:schemeClr val="bg1"/>
              </a:solidFill>
              <a:latin typeface="Pineapple Days"/>
            </a:endParaRPr>
          </a:p>
        </p:txBody>
      </p:sp>
      <p:cxnSp>
        <p:nvCxnSpPr>
          <p:cNvPr id="19" name="Straight Connector 18">
            <a:extLst>
              <a:ext uri="{FF2B5EF4-FFF2-40B4-BE49-F238E27FC236}">
                <a16:creationId xmlns:a16="http://schemas.microsoft.com/office/drawing/2014/main" id="{5C5903B6-D31C-A33A-10D7-59A81F6673C8}"/>
              </a:ext>
            </a:extLst>
          </p:cNvPr>
          <p:cNvCxnSpPr>
            <a:cxnSpLocks/>
          </p:cNvCxnSpPr>
          <p:nvPr/>
        </p:nvCxnSpPr>
        <p:spPr>
          <a:xfrm>
            <a:off x="-2187413" y="1047873"/>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BED7A70F-659F-BCDB-3685-F06CE694E204}"/>
              </a:ext>
            </a:extLst>
          </p:cNvPr>
          <p:cNvCxnSpPr>
            <a:cxnSpLocks/>
          </p:cNvCxnSpPr>
          <p:nvPr/>
        </p:nvCxnSpPr>
        <p:spPr>
          <a:xfrm>
            <a:off x="-2187413" y="1721374"/>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68538A4B-C626-5D79-BA3A-78825E87CF59}"/>
              </a:ext>
            </a:extLst>
          </p:cNvPr>
          <p:cNvCxnSpPr>
            <a:cxnSpLocks/>
          </p:cNvCxnSpPr>
          <p:nvPr/>
        </p:nvCxnSpPr>
        <p:spPr>
          <a:xfrm>
            <a:off x="-2187413" y="2394875"/>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D2A6580A-9D58-3EF2-45DE-D6BBEC13B97B}"/>
              </a:ext>
            </a:extLst>
          </p:cNvPr>
          <p:cNvCxnSpPr>
            <a:cxnSpLocks/>
          </p:cNvCxnSpPr>
          <p:nvPr/>
        </p:nvCxnSpPr>
        <p:spPr>
          <a:xfrm>
            <a:off x="-2187413" y="306837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04F8CF56-7170-C140-AE6F-F1715713D30E}"/>
              </a:ext>
            </a:extLst>
          </p:cNvPr>
          <p:cNvCxnSpPr>
            <a:cxnSpLocks/>
          </p:cNvCxnSpPr>
          <p:nvPr/>
        </p:nvCxnSpPr>
        <p:spPr>
          <a:xfrm>
            <a:off x="-2187413" y="374187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24215B53-AB81-89B8-1623-DAAAB682BC0C}"/>
              </a:ext>
            </a:extLst>
          </p:cNvPr>
          <p:cNvCxnSpPr>
            <a:cxnSpLocks/>
          </p:cNvCxnSpPr>
          <p:nvPr/>
        </p:nvCxnSpPr>
        <p:spPr>
          <a:xfrm>
            <a:off x="-2187413" y="441537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0840C47A-F794-CC8E-38DB-2EFEE7B2C40B}"/>
              </a:ext>
            </a:extLst>
          </p:cNvPr>
          <p:cNvCxnSpPr>
            <a:cxnSpLocks/>
          </p:cNvCxnSpPr>
          <p:nvPr/>
        </p:nvCxnSpPr>
        <p:spPr>
          <a:xfrm>
            <a:off x="-2187413" y="508887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F56237EB-7948-1FA1-4CEB-86AF7D0CE289}"/>
              </a:ext>
            </a:extLst>
          </p:cNvPr>
          <p:cNvCxnSpPr>
            <a:cxnSpLocks/>
          </p:cNvCxnSpPr>
          <p:nvPr/>
        </p:nvCxnSpPr>
        <p:spPr>
          <a:xfrm>
            <a:off x="-2187413" y="576238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useBgFill="1">
        <p:nvSpPr>
          <p:cNvPr id="4" name="Rectangle 3">
            <a:extLst>
              <a:ext uri="{FF2B5EF4-FFF2-40B4-BE49-F238E27FC236}">
                <a16:creationId xmlns:a16="http://schemas.microsoft.com/office/drawing/2014/main" id="{E09AE3A7-33D2-0F9C-D38B-89FBC4097D9E}"/>
              </a:ext>
            </a:extLst>
          </p:cNvPr>
          <p:cNvSpPr/>
          <p:nvPr/>
        </p:nvSpPr>
        <p:spPr>
          <a:xfrm>
            <a:off x="9067800" y="0"/>
            <a:ext cx="3124200" cy="6858000"/>
          </a:xfrm>
          <a:prstGeom prst="rect">
            <a:avLst/>
          </a:prstGeom>
          <a:ln>
            <a:solidFill>
              <a:schemeClr val="bg1"/>
            </a:solidFill>
          </a:ln>
          <a:effectLst>
            <a:innerShdw blurRad="406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F344364-6566-0828-3763-E01CB9A423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61414" y="845664"/>
            <a:ext cx="4657259" cy="4657259"/>
          </a:xfrm>
          <a:prstGeom prst="rect">
            <a:avLst/>
          </a:prstGeom>
        </p:spPr>
      </p:pic>
      <p:sp>
        <p:nvSpPr>
          <p:cNvPr id="7" name="TextBox 6">
            <a:extLst>
              <a:ext uri="{FF2B5EF4-FFF2-40B4-BE49-F238E27FC236}">
                <a16:creationId xmlns:a16="http://schemas.microsoft.com/office/drawing/2014/main" id="{23F43E78-FAAD-BB43-A60C-EC1C17AA131B}"/>
              </a:ext>
            </a:extLst>
          </p:cNvPr>
          <p:cNvSpPr txBox="1"/>
          <p:nvPr/>
        </p:nvSpPr>
        <p:spPr>
          <a:xfrm>
            <a:off x="842274" y="1384623"/>
            <a:ext cx="6570897" cy="4010200"/>
          </a:xfrm>
          <a:prstGeom prst="rect">
            <a:avLst/>
          </a:prstGeom>
          <a:noFill/>
        </p:spPr>
        <p:txBody>
          <a:bodyPr wrap="square" lIns="0" tIns="0" rIns="0" bIns="0" numCol="1"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1371600" algn="l"/>
              </a:tabLst>
              <a:defRPr/>
            </a:pPr>
            <a:r>
              <a:rPr kumimoji="0" lang="en-US" sz="2200" b="1" i="0" u="none" strike="noStrike" kern="1200" cap="none" spc="0" normalizeH="0" baseline="0" noProof="0" dirty="0">
                <a:ln>
                  <a:noFill/>
                </a:ln>
                <a:solidFill>
                  <a:srgbClr val="FFFFFF"/>
                </a:solidFill>
                <a:effectLst/>
                <a:uLnTx/>
                <a:uFillTx/>
                <a:latin typeface="Pineapple Days"/>
              </a:rPr>
              <a:t>The library provides a variety of information resources, including books and digital access, as well as computer and </a:t>
            </a:r>
            <a:r>
              <a:rPr kumimoji="0" lang="en-US" sz="2200" b="1" i="0" u="none" strike="noStrike" kern="1200" cap="none" spc="0" normalizeH="0" baseline="0" noProof="0" dirty="0" err="1">
                <a:ln>
                  <a:noFill/>
                </a:ln>
                <a:solidFill>
                  <a:srgbClr val="FFFFFF"/>
                </a:solidFill>
                <a:effectLst/>
                <a:uLnTx/>
                <a:uFillTx/>
                <a:latin typeface="Pineapple Days"/>
              </a:rPr>
              <a:t>wifi</a:t>
            </a:r>
            <a:r>
              <a:rPr kumimoji="0" lang="en-US" sz="2200" b="1" i="0" u="none" strike="noStrike" kern="1200" cap="none" spc="0" normalizeH="0" baseline="0" noProof="0" dirty="0">
                <a:ln>
                  <a:noFill/>
                </a:ln>
                <a:solidFill>
                  <a:srgbClr val="FFFFFF"/>
                </a:solidFill>
                <a:effectLst/>
                <a:uLnTx/>
                <a:uFillTx/>
                <a:latin typeface="Pineapple Days"/>
              </a:rPr>
              <a:t> facilities to support students. With a Local Area Network (LAN), the library integrates devices such as CCTV, PCs, and lending machines, allowing visitors to borrow and return books independently. Cloud data storage for CCTV footage and transaction history improves resource management and security.</a:t>
            </a:r>
            <a:endParaRPr kumimoji="0" lang="en-ID" sz="2200" b="1" i="0" u="none" strike="noStrike" kern="1200" cap="none" spc="0" normalizeH="0" baseline="0" noProof="0" dirty="0">
              <a:ln>
                <a:noFill/>
              </a:ln>
              <a:solidFill>
                <a:srgbClr val="FFFFFF"/>
              </a:solidFill>
              <a:effectLst/>
              <a:uLnTx/>
              <a:uFillTx/>
              <a:latin typeface="Pineapple Days"/>
            </a:endParaRPr>
          </a:p>
        </p:txBody>
      </p:sp>
      <p:sp useBgFill="1">
        <p:nvSpPr>
          <p:cNvPr id="39" name="Rectangle: Rounded Corners 38">
            <a:extLst>
              <a:ext uri="{FF2B5EF4-FFF2-40B4-BE49-F238E27FC236}">
                <a16:creationId xmlns:a16="http://schemas.microsoft.com/office/drawing/2014/main" id="{B9AF13A3-A3C2-A6A5-6032-3FBB2A0F2C79}"/>
              </a:ext>
            </a:extLst>
          </p:cNvPr>
          <p:cNvSpPr/>
          <p:nvPr/>
        </p:nvSpPr>
        <p:spPr>
          <a:xfrm>
            <a:off x="842274" y="544286"/>
            <a:ext cx="2886083" cy="613690"/>
          </a:xfrm>
          <a:prstGeom prst="roundRect">
            <a:avLst>
              <a:gd name="adj" fmla="val 50000"/>
            </a:avLst>
          </a:prstGeom>
          <a:ln>
            <a:solidFill>
              <a:schemeClr val="bg1"/>
            </a:solidFill>
          </a:ln>
          <a:effectLst>
            <a:innerShdw blurRad="4318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SYSTEM ANALYSIS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b="1" dirty="0">
              <a:latin typeface="Pineapple Days"/>
            </a:endParaRPr>
          </a:p>
        </p:txBody>
      </p:sp>
    </p:spTree>
    <p:extLst>
      <p:ext uri="{BB962C8B-B14F-4D97-AF65-F5344CB8AC3E}">
        <p14:creationId xmlns:p14="http://schemas.microsoft.com/office/powerpoint/2010/main" val="27491977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2" name="Oval 31">
            <a:extLst>
              <a:ext uri="{FF2B5EF4-FFF2-40B4-BE49-F238E27FC236}">
                <a16:creationId xmlns:a16="http://schemas.microsoft.com/office/drawing/2014/main" id="{AB3E76E7-F18A-413E-8D30-1451BF80F7A8}"/>
              </a:ext>
            </a:extLst>
          </p:cNvPr>
          <p:cNvSpPr/>
          <p:nvPr/>
        </p:nvSpPr>
        <p:spPr>
          <a:xfrm>
            <a:off x="8911270" y="5425629"/>
            <a:ext cx="1554163" cy="1535441"/>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F344364-6566-0828-3763-E01CB9A42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0653" y="239426"/>
            <a:ext cx="944592" cy="944592"/>
          </a:xfrm>
          <a:prstGeom prst="rect">
            <a:avLst/>
          </a:prstGeom>
        </p:spPr>
      </p:pic>
      <p:sp>
        <p:nvSpPr>
          <p:cNvPr id="7" name="TextBox 6">
            <a:extLst>
              <a:ext uri="{FF2B5EF4-FFF2-40B4-BE49-F238E27FC236}">
                <a16:creationId xmlns:a16="http://schemas.microsoft.com/office/drawing/2014/main" id="{23F43E78-FAAD-BB43-A60C-EC1C17AA131B}"/>
              </a:ext>
            </a:extLst>
          </p:cNvPr>
          <p:cNvSpPr txBox="1"/>
          <p:nvPr/>
        </p:nvSpPr>
        <p:spPr>
          <a:xfrm>
            <a:off x="3428115" y="1971995"/>
            <a:ext cx="6550542" cy="4010200"/>
          </a:xfrm>
          <a:prstGeom prst="rect">
            <a:avLst/>
          </a:prstGeom>
          <a:noFill/>
        </p:spPr>
        <p:txBody>
          <a:bodyPr wrap="square" lIns="0" tIns="0" rIns="0" bIns="0" numCol="1"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1371600" algn="l"/>
              </a:tabLst>
              <a:defRPr/>
            </a:pPr>
            <a:r>
              <a:rPr kumimoji="0" lang="en-US" sz="2200" b="1" i="0" u="none" strike="noStrike" kern="1200" cap="none" spc="0" normalizeH="0" baseline="0" noProof="0" dirty="0">
                <a:ln>
                  <a:noFill/>
                </a:ln>
                <a:solidFill>
                  <a:srgbClr val="FFFFFF"/>
                </a:solidFill>
                <a:effectLst/>
                <a:uLnTx/>
                <a:uFillTx/>
                <a:latin typeface="Pineapple Days"/>
              </a:rPr>
              <a:t>The library provides a variety of information resources, including books and digital access, as well as computer and </a:t>
            </a:r>
            <a:r>
              <a:rPr kumimoji="0" lang="en-US" sz="2200" b="1" i="0" u="none" strike="noStrike" kern="1200" cap="none" spc="0" normalizeH="0" baseline="0" noProof="0" dirty="0" err="1">
                <a:ln>
                  <a:noFill/>
                </a:ln>
                <a:solidFill>
                  <a:srgbClr val="FFFFFF"/>
                </a:solidFill>
                <a:effectLst/>
                <a:uLnTx/>
                <a:uFillTx/>
                <a:latin typeface="Pineapple Days"/>
              </a:rPr>
              <a:t>wifi</a:t>
            </a:r>
            <a:r>
              <a:rPr kumimoji="0" lang="en-US" sz="2200" b="1" i="0" u="none" strike="noStrike" kern="1200" cap="none" spc="0" normalizeH="0" baseline="0" noProof="0" dirty="0">
                <a:ln>
                  <a:noFill/>
                </a:ln>
                <a:solidFill>
                  <a:srgbClr val="FFFFFF"/>
                </a:solidFill>
                <a:effectLst/>
                <a:uLnTx/>
                <a:uFillTx/>
                <a:latin typeface="Pineapple Days"/>
              </a:rPr>
              <a:t> facilities to support students. With a Local Area Network (LAN), the library integrates devices such as CCTV, PCs, and lending machines, allowing visitors to borrow and return books independently. Cloud data storage for CCTV footage and transaction history improves resource management and security.</a:t>
            </a:r>
            <a:endParaRPr kumimoji="0" lang="en-ID" sz="2200" b="1" i="0" u="none" strike="noStrike" kern="1200" cap="none" spc="0" normalizeH="0" baseline="0" noProof="0" dirty="0">
              <a:ln>
                <a:noFill/>
              </a:ln>
              <a:solidFill>
                <a:srgbClr val="FFFFFF"/>
              </a:solidFill>
              <a:effectLst/>
              <a:uLnTx/>
              <a:uFillTx/>
              <a:latin typeface="Pineapple Days"/>
            </a:endParaRPr>
          </a:p>
        </p:txBody>
      </p:sp>
      <p:sp useBgFill="1">
        <p:nvSpPr>
          <p:cNvPr id="3" name="Rectangle 2">
            <a:extLst>
              <a:ext uri="{FF2B5EF4-FFF2-40B4-BE49-F238E27FC236}">
                <a16:creationId xmlns:a16="http://schemas.microsoft.com/office/drawing/2014/main" id="{6469DAA7-B1E2-67EF-6CDF-6264E50672B4}"/>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Rounded Corners 25">
            <a:extLst>
              <a:ext uri="{FF2B5EF4-FFF2-40B4-BE49-F238E27FC236}">
                <a16:creationId xmlns:a16="http://schemas.microsoft.com/office/drawing/2014/main" id="{69967B98-82A6-4FC4-8EB3-859BC736B336}"/>
              </a:ext>
            </a:extLst>
          </p:cNvPr>
          <p:cNvSpPr/>
          <p:nvPr/>
        </p:nvSpPr>
        <p:spPr>
          <a:xfrm>
            <a:off x="3418324" y="1190504"/>
            <a:ext cx="2886083" cy="613690"/>
          </a:xfrm>
          <a:prstGeom prst="roundRect">
            <a:avLst>
              <a:gd name="adj" fmla="val 50000"/>
            </a:avLst>
          </a:prstGeom>
          <a:ln>
            <a:solidFill>
              <a:schemeClr val="bg1"/>
            </a:solidFill>
          </a:ln>
          <a:effectLst>
            <a:innerShdw blurRad="4318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300000"/>
              </a:lnSpc>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SYSTEM ANALYSIS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b="1" dirty="0">
              <a:latin typeface="Pineapple Days"/>
            </a:endParaRPr>
          </a:p>
        </p:txBody>
      </p:sp>
      <p:sp useBgFill="1">
        <p:nvSpPr>
          <p:cNvPr id="43" name="Rectangle 42">
            <a:extLst>
              <a:ext uri="{FF2B5EF4-FFF2-40B4-BE49-F238E27FC236}">
                <a16:creationId xmlns:a16="http://schemas.microsoft.com/office/drawing/2014/main" id="{97D0A6F0-D280-4265-9849-633430176867}"/>
              </a:ext>
            </a:extLst>
          </p:cNvPr>
          <p:cNvSpPr/>
          <p:nvPr/>
        </p:nvSpPr>
        <p:spPr>
          <a:xfrm>
            <a:off x="7851" y="1342812"/>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44" name="TextBox 43">
            <a:extLst>
              <a:ext uri="{FF2B5EF4-FFF2-40B4-BE49-F238E27FC236}">
                <a16:creationId xmlns:a16="http://schemas.microsoft.com/office/drawing/2014/main" id="{35762139-B10B-4F28-A509-C975242ECB9C}"/>
              </a:ext>
            </a:extLst>
          </p:cNvPr>
          <p:cNvSpPr txBox="1"/>
          <p:nvPr/>
        </p:nvSpPr>
        <p:spPr>
          <a:xfrm>
            <a:off x="532327" y="2103944"/>
            <a:ext cx="1681016" cy="461665"/>
          </a:xfrm>
          <a:prstGeom prst="rect">
            <a:avLst/>
          </a:prstGeom>
          <a:noFill/>
        </p:spPr>
        <p:txBody>
          <a:bodyPr wrap="square" rtlCol="0">
            <a:spAutoFit/>
          </a:bodyPr>
          <a:lstStyle/>
          <a:p>
            <a:r>
              <a:rPr lang="en-US" sz="2400" b="1" dirty="0">
                <a:solidFill>
                  <a:schemeClr val="bg1"/>
                </a:solidFill>
                <a:latin typeface="Pineapple Days"/>
              </a:rPr>
              <a:t>Hardware</a:t>
            </a:r>
          </a:p>
        </p:txBody>
      </p:sp>
      <p:sp>
        <p:nvSpPr>
          <p:cNvPr id="49" name="TextBox 48">
            <a:extLst>
              <a:ext uri="{FF2B5EF4-FFF2-40B4-BE49-F238E27FC236}">
                <a16:creationId xmlns:a16="http://schemas.microsoft.com/office/drawing/2014/main" id="{35FFFE74-6776-4D30-927C-CCCC150E01C5}"/>
              </a:ext>
            </a:extLst>
          </p:cNvPr>
          <p:cNvSpPr txBox="1"/>
          <p:nvPr/>
        </p:nvSpPr>
        <p:spPr>
          <a:xfrm>
            <a:off x="65340" y="1431544"/>
            <a:ext cx="2468880" cy="492443"/>
          </a:xfrm>
          <a:prstGeom prst="rect">
            <a:avLst/>
          </a:prstGeom>
          <a:noFill/>
        </p:spPr>
        <p:txBody>
          <a:bodyPr wrap="square" rtlCol="0">
            <a:spAutoFit/>
          </a:bodyPr>
          <a:lstStyle/>
          <a:p>
            <a:r>
              <a:rPr lang="en-US" sz="2600" b="1" dirty="0">
                <a:solidFill>
                  <a:schemeClr val="bg1"/>
                </a:solidFill>
                <a:latin typeface="Pineapple Days"/>
              </a:rPr>
              <a:t>System Analysis</a:t>
            </a:r>
          </a:p>
        </p:txBody>
      </p:sp>
      <p:cxnSp>
        <p:nvCxnSpPr>
          <p:cNvPr id="50" name="Straight Connector 49">
            <a:extLst>
              <a:ext uri="{FF2B5EF4-FFF2-40B4-BE49-F238E27FC236}">
                <a16:creationId xmlns:a16="http://schemas.microsoft.com/office/drawing/2014/main" id="{598FFE19-8070-4B28-B60C-879BBF634B98}"/>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1" name="Straight Connector 50">
            <a:extLst>
              <a:ext uri="{FF2B5EF4-FFF2-40B4-BE49-F238E27FC236}">
                <a16:creationId xmlns:a16="http://schemas.microsoft.com/office/drawing/2014/main" id="{B8D9226E-2076-4873-A324-1CE63EFF651A}"/>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376FE729-8BC1-4B12-BA09-BC372F1FBE89}"/>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A051DDCE-B568-4F4E-837D-C7B328009FB7}"/>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D4BDD72E-93CB-4529-BCFC-C69D8B7F201C}"/>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55" name="TextBox 54">
            <a:extLst>
              <a:ext uri="{FF2B5EF4-FFF2-40B4-BE49-F238E27FC236}">
                <a16:creationId xmlns:a16="http://schemas.microsoft.com/office/drawing/2014/main" id="{A594CE58-FCD7-4046-ADCB-4A0954FCC202}"/>
              </a:ext>
            </a:extLst>
          </p:cNvPr>
          <p:cNvSpPr txBox="1"/>
          <p:nvPr/>
        </p:nvSpPr>
        <p:spPr>
          <a:xfrm>
            <a:off x="591590" y="2777445"/>
            <a:ext cx="1382683" cy="461665"/>
          </a:xfrm>
          <a:prstGeom prst="rect">
            <a:avLst/>
          </a:prstGeom>
          <a:noFill/>
        </p:spPr>
        <p:txBody>
          <a:bodyPr wrap="square" rtlCol="0">
            <a:spAutoFit/>
          </a:bodyPr>
          <a:lstStyle/>
          <a:p>
            <a:r>
              <a:rPr lang="en-US" sz="2400" b="1" dirty="0">
                <a:solidFill>
                  <a:schemeClr val="bg1"/>
                </a:solidFill>
                <a:latin typeface="Pineapple Days"/>
              </a:rPr>
              <a:t>Software</a:t>
            </a:r>
          </a:p>
        </p:txBody>
      </p:sp>
      <p:sp>
        <p:nvSpPr>
          <p:cNvPr id="56" name="TextBox 55">
            <a:extLst>
              <a:ext uri="{FF2B5EF4-FFF2-40B4-BE49-F238E27FC236}">
                <a16:creationId xmlns:a16="http://schemas.microsoft.com/office/drawing/2014/main" id="{67FE0547-CEC7-45B1-A807-095DF798D2DD}"/>
              </a:ext>
            </a:extLst>
          </p:cNvPr>
          <p:cNvSpPr txBox="1"/>
          <p:nvPr/>
        </p:nvSpPr>
        <p:spPr>
          <a:xfrm>
            <a:off x="591590" y="3450946"/>
            <a:ext cx="1467329" cy="461665"/>
          </a:xfrm>
          <a:prstGeom prst="rect">
            <a:avLst/>
          </a:prstGeom>
          <a:noFill/>
        </p:spPr>
        <p:txBody>
          <a:bodyPr wrap="square" rtlCol="0">
            <a:spAutoFit/>
          </a:bodyPr>
          <a:lstStyle/>
          <a:p>
            <a:r>
              <a:rPr lang="en-US" sz="2400" b="1" dirty="0">
                <a:solidFill>
                  <a:schemeClr val="bg1"/>
                </a:solidFill>
                <a:latin typeface="Pineapple Days"/>
              </a:rPr>
              <a:t>Topology</a:t>
            </a:r>
          </a:p>
        </p:txBody>
      </p:sp>
      <p:sp>
        <p:nvSpPr>
          <p:cNvPr id="57" name="TextBox 56">
            <a:extLst>
              <a:ext uri="{FF2B5EF4-FFF2-40B4-BE49-F238E27FC236}">
                <a16:creationId xmlns:a16="http://schemas.microsoft.com/office/drawing/2014/main" id="{E8B3BA65-D8D3-4E28-9AF5-00CD33A97650}"/>
              </a:ext>
            </a:extLst>
          </p:cNvPr>
          <p:cNvSpPr txBox="1"/>
          <p:nvPr/>
        </p:nvSpPr>
        <p:spPr>
          <a:xfrm>
            <a:off x="865625" y="4091262"/>
            <a:ext cx="1318030" cy="461665"/>
          </a:xfrm>
          <a:prstGeom prst="rect">
            <a:avLst/>
          </a:prstGeom>
          <a:noFill/>
        </p:spPr>
        <p:txBody>
          <a:bodyPr wrap="square" rtlCol="0">
            <a:spAutoFit/>
          </a:bodyPr>
          <a:lstStyle/>
          <a:p>
            <a:r>
              <a:rPr lang="en-US" sz="2400" b="1" dirty="0">
                <a:solidFill>
                  <a:schemeClr val="bg1"/>
                </a:solidFill>
                <a:latin typeface="Pineapple Days"/>
              </a:rPr>
              <a:t>Map</a:t>
            </a:r>
          </a:p>
        </p:txBody>
      </p:sp>
      <p:sp>
        <p:nvSpPr>
          <p:cNvPr id="58" name="TextBox 57">
            <a:extLst>
              <a:ext uri="{FF2B5EF4-FFF2-40B4-BE49-F238E27FC236}">
                <a16:creationId xmlns:a16="http://schemas.microsoft.com/office/drawing/2014/main" id="{178ABD83-E88D-4E5E-B1EE-A0AB5AA1B79F}"/>
              </a:ext>
            </a:extLst>
          </p:cNvPr>
          <p:cNvSpPr txBox="1"/>
          <p:nvPr/>
        </p:nvSpPr>
        <p:spPr>
          <a:xfrm>
            <a:off x="866218" y="4764762"/>
            <a:ext cx="1013233" cy="461665"/>
          </a:xfrm>
          <a:prstGeom prst="rect">
            <a:avLst/>
          </a:prstGeom>
          <a:noFill/>
        </p:spPr>
        <p:txBody>
          <a:bodyPr wrap="square" rtlCol="0">
            <a:spAutoFit/>
          </a:bodyPr>
          <a:lstStyle/>
          <a:p>
            <a:r>
              <a:rPr lang="en-US" sz="2400" b="1" dirty="0">
                <a:solidFill>
                  <a:schemeClr val="bg1"/>
                </a:solidFill>
                <a:latin typeface="Pineapple Days"/>
              </a:rPr>
              <a:t>Cost</a:t>
            </a:r>
          </a:p>
        </p:txBody>
      </p:sp>
    </p:spTree>
    <p:extLst>
      <p:ext uri="{BB962C8B-B14F-4D97-AF65-F5344CB8AC3E}">
        <p14:creationId xmlns:p14="http://schemas.microsoft.com/office/powerpoint/2010/main" val="4955497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D46DA6A-0ECD-6884-5452-6DD27D11EDA9}"/>
              </a:ext>
            </a:extLst>
          </p:cNvPr>
          <p:cNvSpPr txBox="1"/>
          <p:nvPr/>
        </p:nvSpPr>
        <p:spPr>
          <a:xfrm>
            <a:off x="3328785" y="676737"/>
            <a:ext cx="3901902"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Hardware </a:t>
            </a:r>
          </a:p>
        </p:txBody>
      </p:sp>
      <p:sp>
        <p:nvSpPr>
          <p:cNvPr id="31" name="TextBox 30">
            <a:extLst>
              <a:ext uri="{FF2B5EF4-FFF2-40B4-BE49-F238E27FC236}">
                <a16:creationId xmlns:a16="http://schemas.microsoft.com/office/drawing/2014/main" id="{CBC2F3AF-5479-499D-2F05-8AACAA7664E4}"/>
              </a:ext>
            </a:extLst>
          </p:cNvPr>
          <p:cNvSpPr txBox="1"/>
          <p:nvPr/>
        </p:nvSpPr>
        <p:spPr>
          <a:xfrm>
            <a:off x="3328785" y="1215346"/>
            <a:ext cx="5778270" cy="400110"/>
          </a:xfrm>
          <a:prstGeom prst="rect">
            <a:avLst/>
          </a:prstGeom>
          <a:noFill/>
        </p:spPr>
        <p:txBody>
          <a:bodyPr wrap="square" rtlCol="0">
            <a:spAutoFit/>
          </a:bodyPr>
          <a:lstStyle/>
          <a:p>
            <a:r>
              <a:rPr lang="en-US" sz="2000" b="1" dirty="0">
                <a:solidFill>
                  <a:schemeClr val="bg1"/>
                </a:solidFill>
                <a:latin typeface="Montserrat" panose="00000500000000000000" pitchFamily="2" charset="0"/>
              </a:rPr>
              <a:t>Specification</a:t>
            </a:r>
          </a:p>
        </p:txBody>
      </p:sp>
      <p:pic>
        <p:nvPicPr>
          <p:cNvPr id="3" name="Picture 2">
            <a:extLst>
              <a:ext uri="{FF2B5EF4-FFF2-40B4-BE49-F238E27FC236}">
                <a16:creationId xmlns:a16="http://schemas.microsoft.com/office/drawing/2014/main" id="{0DE1AE10-0A55-3478-AB4E-3F94CFD83AE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21187" y="2070779"/>
            <a:ext cx="3571875" cy="3571875"/>
          </a:xfrm>
          <a:prstGeom prst="rect">
            <a:avLst/>
          </a:prstGeom>
        </p:spPr>
      </p:pic>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072D4673-DE4B-F824-BD64-9DA6EEFA37A2}"/>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4" name="Rectangle 43">
            <a:extLst>
              <a:ext uri="{FF2B5EF4-FFF2-40B4-BE49-F238E27FC236}">
                <a16:creationId xmlns:a16="http://schemas.microsoft.com/office/drawing/2014/main" id="{36436AEB-8A86-B435-2732-5C26E01ED582}"/>
              </a:ext>
            </a:extLst>
          </p:cNvPr>
          <p:cNvSpPr/>
          <p:nvPr/>
        </p:nvSpPr>
        <p:spPr>
          <a:xfrm>
            <a:off x="7851" y="1997626"/>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46" name="TextBox 45">
            <a:extLst>
              <a:ext uri="{FF2B5EF4-FFF2-40B4-BE49-F238E27FC236}">
                <a16:creationId xmlns:a16="http://schemas.microsoft.com/office/drawing/2014/main" id="{B91BECF5-07F4-5DD6-A967-A0D66D96FB49}"/>
              </a:ext>
            </a:extLst>
          </p:cNvPr>
          <p:cNvSpPr txBox="1"/>
          <p:nvPr/>
        </p:nvSpPr>
        <p:spPr>
          <a:xfrm>
            <a:off x="432263" y="2088152"/>
            <a:ext cx="1681016" cy="492443"/>
          </a:xfrm>
          <a:prstGeom prst="rect">
            <a:avLst/>
          </a:prstGeom>
          <a:noFill/>
        </p:spPr>
        <p:txBody>
          <a:bodyPr wrap="square" rtlCol="0">
            <a:spAutoFit/>
          </a:bodyPr>
          <a:lstStyle/>
          <a:p>
            <a:r>
              <a:rPr lang="en-US" sz="2600" b="1" dirty="0">
                <a:solidFill>
                  <a:schemeClr val="bg1"/>
                </a:solidFill>
                <a:latin typeface="Pineapple Days"/>
              </a:rPr>
              <a:t>Hardware</a:t>
            </a:r>
          </a:p>
        </p:txBody>
      </p:sp>
      <p:cxnSp>
        <p:nvCxnSpPr>
          <p:cNvPr id="53" name="Straight Connector 52">
            <a:extLst>
              <a:ext uri="{FF2B5EF4-FFF2-40B4-BE49-F238E27FC236}">
                <a16:creationId xmlns:a16="http://schemas.microsoft.com/office/drawing/2014/main" id="{63C7C606-49AB-975B-16E6-2FDB8ACE04C1}"/>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5CD975BC-D086-8FE2-6BA5-AE49B62C6188}"/>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5" name="Straight Connector 54">
            <a:extLst>
              <a:ext uri="{FF2B5EF4-FFF2-40B4-BE49-F238E27FC236}">
                <a16:creationId xmlns:a16="http://schemas.microsoft.com/office/drawing/2014/main" id="{7A0D0438-C252-59B2-FC7F-EB4B580F84B2}"/>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6" name="Straight Connector 55">
            <a:extLst>
              <a:ext uri="{FF2B5EF4-FFF2-40B4-BE49-F238E27FC236}">
                <a16:creationId xmlns:a16="http://schemas.microsoft.com/office/drawing/2014/main" id="{D8E50C4A-D2FA-7999-26C8-27864ABDE20D}"/>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7" name="Straight Connector 56">
            <a:extLst>
              <a:ext uri="{FF2B5EF4-FFF2-40B4-BE49-F238E27FC236}">
                <a16:creationId xmlns:a16="http://schemas.microsoft.com/office/drawing/2014/main" id="{CE27AAA4-C182-BD65-FC1C-6BA2A94224CE}"/>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97EDEE80-6A44-4BF8-9DE1-3A2B559181A6}"/>
              </a:ext>
            </a:extLst>
          </p:cNvPr>
          <p:cNvSpPr txBox="1"/>
          <p:nvPr/>
        </p:nvSpPr>
        <p:spPr>
          <a:xfrm>
            <a:off x="142300" y="1482802"/>
            <a:ext cx="2468880" cy="461665"/>
          </a:xfrm>
          <a:prstGeom prst="rect">
            <a:avLst/>
          </a:prstGeom>
          <a:noFill/>
        </p:spPr>
        <p:txBody>
          <a:bodyPr wrap="square" rtlCol="0">
            <a:spAutoFit/>
          </a:bodyPr>
          <a:lstStyle/>
          <a:p>
            <a:r>
              <a:rPr lang="en-US" sz="2400" b="1" dirty="0">
                <a:solidFill>
                  <a:schemeClr val="bg1"/>
                </a:solidFill>
                <a:latin typeface="Pineapple Days"/>
              </a:rPr>
              <a:t>System Analysis</a:t>
            </a:r>
          </a:p>
        </p:txBody>
      </p:sp>
      <p:sp>
        <p:nvSpPr>
          <p:cNvPr id="25" name="TextBox 24">
            <a:extLst>
              <a:ext uri="{FF2B5EF4-FFF2-40B4-BE49-F238E27FC236}">
                <a16:creationId xmlns:a16="http://schemas.microsoft.com/office/drawing/2014/main" id="{B6407DF6-F58C-4263-BAEB-B6FE711B9F40}"/>
              </a:ext>
            </a:extLst>
          </p:cNvPr>
          <p:cNvSpPr txBox="1"/>
          <p:nvPr/>
        </p:nvSpPr>
        <p:spPr>
          <a:xfrm>
            <a:off x="591590" y="2777445"/>
            <a:ext cx="1382683" cy="461665"/>
          </a:xfrm>
          <a:prstGeom prst="rect">
            <a:avLst/>
          </a:prstGeom>
          <a:noFill/>
        </p:spPr>
        <p:txBody>
          <a:bodyPr wrap="square" rtlCol="0">
            <a:spAutoFit/>
          </a:bodyPr>
          <a:lstStyle/>
          <a:p>
            <a:r>
              <a:rPr lang="en-US" sz="2400" b="1" dirty="0">
                <a:solidFill>
                  <a:schemeClr val="bg1"/>
                </a:solidFill>
                <a:latin typeface="Pineapple Days"/>
              </a:rPr>
              <a:t>Software</a:t>
            </a:r>
          </a:p>
        </p:txBody>
      </p:sp>
      <p:sp>
        <p:nvSpPr>
          <p:cNvPr id="26" name="TextBox 25">
            <a:extLst>
              <a:ext uri="{FF2B5EF4-FFF2-40B4-BE49-F238E27FC236}">
                <a16:creationId xmlns:a16="http://schemas.microsoft.com/office/drawing/2014/main" id="{C825B2DC-D33F-435E-9C41-AFE3C473D878}"/>
              </a:ext>
            </a:extLst>
          </p:cNvPr>
          <p:cNvSpPr txBox="1"/>
          <p:nvPr/>
        </p:nvSpPr>
        <p:spPr>
          <a:xfrm>
            <a:off x="591590" y="3450946"/>
            <a:ext cx="1467329" cy="461665"/>
          </a:xfrm>
          <a:prstGeom prst="rect">
            <a:avLst/>
          </a:prstGeom>
          <a:noFill/>
        </p:spPr>
        <p:txBody>
          <a:bodyPr wrap="square" rtlCol="0">
            <a:spAutoFit/>
          </a:bodyPr>
          <a:lstStyle/>
          <a:p>
            <a:r>
              <a:rPr lang="en-US" sz="2400" b="1" dirty="0">
                <a:solidFill>
                  <a:schemeClr val="bg1"/>
                </a:solidFill>
                <a:latin typeface="Pineapple Days"/>
              </a:rPr>
              <a:t>Topology</a:t>
            </a:r>
          </a:p>
        </p:txBody>
      </p:sp>
      <p:sp>
        <p:nvSpPr>
          <p:cNvPr id="27" name="TextBox 26">
            <a:extLst>
              <a:ext uri="{FF2B5EF4-FFF2-40B4-BE49-F238E27FC236}">
                <a16:creationId xmlns:a16="http://schemas.microsoft.com/office/drawing/2014/main" id="{669B9627-29FB-43BA-BC0E-E817A926D2A9}"/>
              </a:ext>
            </a:extLst>
          </p:cNvPr>
          <p:cNvSpPr txBox="1"/>
          <p:nvPr/>
        </p:nvSpPr>
        <p:spPr>
          <a:xfrm>
            <a:off x="865625" y="4091262"/>
            <a:ext cx="1318030" cy="461665"/>
          </a:xfrm>
          <a:prstGeom prst="rect">
            <a:avLst/>
          </a:prstGeom>
          <a:noFill/>
        </p:spPr>
        <p:txBody>
          <a:bodyPr wrap="square" rtlCol="0">
            <a:spAutoFit/>
          </a:bodyPr>
          <a:lstStyle/>
          <a:p>
            <a:r>
              <a:rPr lang="en-US" sz="2400" b="1" dirty="0">
                <a:solidFill>
                  <a:schemeClr val="bg1"/>
                </a:solidFill>
                <a:latin typeface="Pineapple Days"/>
              </a:rPr>
              <a:t>Map</a:t>
            </a:r>
          </a:p>
        </p:txBody>
      </p:sp>
      <p:sp>
        <p:nvSpPr>
          <p:cNvPr id="28" name="TextBox 27">
            <a:extLst>
              <a:ext uri="{FF2B5EF4-FFF2-40B4-BE49-F238E27FC236}">
                <a16:creationId xmlns:a16="http://schemas.microsoft.com/office/drawing/2014/main" id="{2AECB71F-6F26-472F-A60C-E73BE90EFC71}"/>
              </a:ext>
            </a:extLst>
          </p:cNvPr>
          <p:cNvSpPr txBox="1"/>
          <p:nvPr/>
        </p:nvSpPr>
        <p:spPr>
          <a:xfrm>
            <a:off x="866218" y="4764762"/>
            <a:ext cx="1013233" cy="461665"/>
          </a:xfrm>
          <a:prstGeom prst="rect">
            <a:avLst/>
          </a:prstGeom>
          <a:noFill/>
        </p:spPr>
        <p:txBody>
          <a:bodyPr wrap="square" rtlCol="0">
            <a:spAutoFit/>
          </a:bodyPr>
          <a:lstStyle/>
          <a:p>
            <a:r>
              <a:rPr lang="en-US" sz="2400" b="1" dirty="0">
                <a:solidFill>
                  <a:schemeClr val="bg1"/>
                </a:solidFill>
                <a:latin typeface="Pineapple Days"/>
              </a:rPr>
              <a:t>Cost</a:t>
            </a:r>
          </a:p>
        </p:txBody>
      </p:sp>
    </p:spTree>
    <p:extLst>
      <p:ext uri="{BB962C8B-B14F-4D97-AF65-F5344CB8AC3E}">
        <p14:creationId xmlns:p14="http://schemas.microsoft.com/office/powerpoint/2010/main" val="8443167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3.54167E-6 1.48148E-6 L -0.00091 0.0118 " pathEditMode="relative" rAng="0" ptsTypes="AA">
                                      <p:cBhvr>
                                        <p:cTn id="6" dur="2000" fill="hold"/>
                                        <p:tgtEl>
                                          <p:spTgt spid="3"/>
                                        </p:tgtEl>
                                        <p:attrNameLst>
                                          <p:attrName>ppt_x</p:attrName>
                                          <p:attrName>ppt_y</p:attrName>
                                        </p:attrNameLst>
                                      </p:cBhvr>
                                      <p:rCtr x="-5200" y="57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5851094" y="1451113"/>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Oval 31">
            <a:extLst>
              <a:ext uri="{FF2B5EF4-FFF2-40B4-BE49-F238E27FC236}">
                <a16:creationId xmlns:a16="http://schemas.microsoft.com/office/drawing/2014/main" id="{AB3E76E7-F18A-413E-8D30-1451BF80F7A8}"/>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5146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A85775B7-B130-C820-D91E-DA3A06AA58BB}"/>
              </a:ext>
            </a:extLst>
          </p:cNvPr>
          <p:cNvSpPr/>
          <p:nvPr/>
        </p:nvSpPr>
        <p:spPr>
          <a:xfrm>
            <a:off x="-2516909" y="1050027"/>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F52634-D9F5-98DE-EC7C-DF33BD61C9CE}"/>
              </a:ext>
            </a:extLst>
          </p:cNvPr>
          <p:cNvSpPr txBox="1"/>
          <p:nvPr/>
        </p:nvSpPr>
        <p:spPr>
          <a:xfrm>
            <a:off x="-1670397" y="480290"/>
            <a:ext cx="796177" cy="461665"/>
          </a:xfrm>
          <a:prstGeom prst="rect">
            <a:avLst/>
          </a:prstGeom>
          <a:noFill/>
        </p:spPr>
        <p:txBody>
          <a:bodyPr wrap="square" rtlCol="0">
            <a:spAutoFit/>
          </a:bodyPr>
          <a:lstStyle/>
          <a:p>
            <a:r>
              <a:rPr lang="en-US" sz="2400" b="1" dirty="0">
                <a:solidFill>
                  <a:schemeClr val="bg1"/>
                </a:solidFill>
                <a:latin typeface="ADELIA"/>
              </a:rPr>
              <a:t>MPS</a:t>
            </a:r>
          </a:p>
        </p:txBody>
      </p:sp>
      <p:sp>
        <p:nvSpPr>
          <p:cNvPr id="10" name="TextBox 9">
            <a:extLst>
              <a:ext uri="{FF2B5EF4-FFF2-40B4-BE49-F238E27FC236}">
                <a16:creationId xmlns:a16="http://schemas.microsoft.com/office/drawing/2014/main" id="{7FDFA4B4-B945-F6CC-386E-68060FEFD027}"/>
              </a:ext>
            </a:extLst>
          </p:cNvPr>
          <p:cNvSpPr txBox="1"/>
          <p:nvPr/>
        </p:nvSpPr>
        <p:spPr>
          <a:xfrm>
            <a:off x="-1670397" y="1153791"/>
            <a:ext cx="796176" cy="523220"/>
          </a:xfrm>
          <a:prstGeom prst="rect">
            <a:avLst/>
          </a:prstGeom>
          <a:noFill/>
        </p:spPr>
        <p:txBody>
          <a:bodyPr wrap="square" rtlCol="0">
            <a:spAutoFit/>
          </a:bodyPr>
          <a:lstStyle/>
          <a:p>
            <a:r>
              <a:rPr lang="en-US" sz="2800" b="1" dirty="0">
                <a:solidFill>
                  <a:schemeClr val="bg1"/>
                </a:solidFill>
                <a:latin typeface="ADELIA"/>
              </a:rPr>
              <a:t>BPH</a:t>
            </a:r>
          </a:p>
        </p:txBody>
      </p:sp>
      <p:sp>
        <p:nvSpPr>
          <p:cNvPr id="11" name="TextBox 10">
            <a:extLst>
              <a:ext uri="{FF2B5EF4-FFF2-40B4-BE49-F238E27FC236}">
                <a16:creationId xmlns:a16="http://schemas.microsoft.com/office/drawing/2014/main" id="{45C2A972-C651-06E9-091A-9FF49D0B18DF}"/>
              </a:ext>
            </a:extLst>
          </p:cNvPr>
          <p:cNvSpPr txBox="1"/>
          <p:nvPr/>
        </p:nvSpPr>
        <p:spPr>
          <a:xfrm>
            <a:off x="-1923010" y="1827292"/>
            <a:ext cx="1382683" cy="461665"/>
          </a:xfrm>
          <a:prstGeom prst="rect">
            <a:avLst/>
          </a:prstGeom>
          <a:noFill/>
        </p:spPr>
        <p:txBody>
          <a:bodyPr wrap="square" rtlCol="0">
            <a:spAutoFit/>
          </a:bodyPr>
          <a:lstStyle/>
          <a:p>
            <a:r>
              <a:rPr lang="en-US" sz="2400" b="1" dirty="0" err="1">
                <a:solidFill>
                  <a:schemeClr val="bg1"/>
                </a:solidFill>
                <a:latin typeface="ADELIA"/>
              </a:rPr>
              <a:t>Komisi</a:t>
            </a:r>
            <a:r>
              <a:rPr lang="en-US" sz="2400" b="1" dirty="0">
                <a:solidFill>
                  <a:schemeClr val="bg1"/>
                </a:solidFill>
                <a:latin typeface="ADELIA"/>
              </a:rPr>
              <a:t> 1</a:t>
            </a:r>
          </a:p>
        </p:txBody>
      </p:sp>
      <p:sp>
        <p:nvSpPr>
          <p:cNvPr id="12" name="TextBox 11">
            <a:extLst>
              <a:ext uri="{FF2B5EF4-FFF2-40B4-BE49-F238E27FC236}">
                <a16:creationId xmlns:a16="http://schemas.microsoft.com/office/drawing/2014/main" id="{3B22D6AF-79BD-A4EF-025A-8738B68229D4}"/>
              </a:ext>
            </a:extLst>
          </p:cNvPr>
          <p:cNvSpPr txBox="1"/>
          <p:nvPr/>
        </p:nvSpPr>
        <p:spPr>
          <a:xfrm>
            <a:off x="-1900844" y="2500793"/>
            <a:ext cx="1318030" cy="461665"/>
          </a:xfrm>
          <a:prstGeom prst="rect">
            <a:avLst/>
          </a:prstGeom>
          <a:noFill/>
        </p:spPr>
        <p:txBody>
          <a:bodyPr wrap="square" rtlCol="0">
            <a:spAutoFit/>
          </a:bodyPr>
          <a:lstStyle/>
          <a:p>
            <a:r>
              <a:rPr lang="en-US" sz="2400" b="1" dirty="0" err="1">
                <a:solidFill>
                  <a:schemeClr val="bg1"/>
                </a:solidFill>
                <a:latin typeface="ADELIA"/>
              </a:rPr>
              <a:t>Komisi</a:t>
            </a:r>
            <a:r>
              <a:rPr lang="en-US" sz="2400" b="1" dirty="0">
                <a:solidFill>
                  <a:schemeClr val="bg1"/>
                </a:solidFill>
                <a:latin typeface="ADELIA"/>
              </a:rPr>
              <a:t> 2</a:t>
            </a:r>
          </a:p>
        </p:txBody>
      </p:sp>
      <p:sp>
        <p:nvSpPr>
          <p:cNvPr id="13" name="TextBox 12">
            <a:extLst>
              <a:ext uri="{FF2B5EF4-FFF2-40B4-BE49-F238E27FC236}">
                <a16:creationId xmlns:a16="http://schemas.microsoft.com/office/drawing/2014/main" id="{19A5E7C0-6EB3-E2C0-A1DB-A920A07D85D9}"/>
              </a:ext>
            </a:extLst>
          </p:cNvPr>
          <p:cNvSpPr txBox="1"/>
          <p:nvPr/>
        </p:nvSpPr>
        <p:spPr>
          <a:xfrm>
            <a:off x="-1890684" y="3174294"/>
            <a:ext cx="1318030" cy="461665"/>
          </a:xfrm>
          <a:prstGeom prst="rect">
            <a:avLst/>
          </a:prstGeom>
          <a:noFill/>
        </p:spPr>
        <p:txBody>
          <a:bodyPr wrap="square" rtlCol="0">
            <a:spAutoFit/>
          </a:bodyPr>
          <a:lstStyle/>
          <a:p>
            <a:r>
              <a:rPr lang="en-US" sz="2400" b="1" dirty="0" err="1">
                <a:solidFill>
                  <a:schemeClr val="bg1"/>
                </a:solidFill>
                <a:latin typeface="ADELIA"/>
              </a:rPr>
              <a:t>Komisi</a:t>
            </a:r>
            <a:r>
              <a:rPr lang="en-US" sz="2400" b="1" dirty="0">
                <a:solidFill>
                  <a:schemeClr val="bg1"/>
                </a:solidFill>
                <a:latin typeface="ADELIA"/>
              </a:rPr>
              <a:t> 3</a:t>
            </a:r>
          </a:p>
        </p:txBody>
      </p:sp>
      <p:sp>
        <p:nvSpPr>
          <p:cNvPr id="14" name="TextBox 13">
            <a:extLst>
              <a:ext uri="{FF2B5EF4-FFF2-40B4-BE49-F238E27FC236}">
                <a16:creationId xmlns:a16="http://schemas.microsoft.com/office/drawing/2014/main" id="{C5E74AF9-A7DA-F7FC-477F-DA6B8903753C}"/>
              </a:ext>
            </a:extLst>
          </p:cNvPr>
          <p:cNvSpPr txBox="1"/>
          <p:nvPr/>
        </p:nvSpPr>
        <p:spPr>
          <a:xfrm>
            <a:off x="-1778925" y="3847795"/>
            <a:ext cx="1013233" cy="461665"/>
          </a:xfrm>
          <a:prstGeom prst="rect">
            <a:avLst/>
          </a:prstGeom>
          <a:noFill/>
        </p:spPr>
        <p:txBody>
          <a:bodyPr wrap="square" rtlCol="0">
            <a:spAutoFit/>
          </a:bodyPr>
          <a:lstStyle/>
          <a:p>
            <a:r>
              <a:rPr lang="en-US" sz="2400" b="1" dirty="0" err="1">
                <a:solidFill>
                  <a:schemeClr val="bg1"/>
                </a:solidFill>
                <a:latin typeface="ADELIA"/>
              </a:rPr>
              <a:t>Fungsi</a:t>
            </a:r>
            <a:endParaRPr lang="en-US" sz="2400" b="1" dirty="0">
              <a:solidFill>
                <a:schemeClr val="bg1"/>
              </a:solidFill>
              <a:latin typeface="ADELIA"/>
            </a:endParaRPr>
          </a:p>
        </p:txBody>
      </p:sp>
      <p:sp>
        <p:nvSpPr>
          <p:cNvPr id="15" name="TextBox 14">
            <a:extLst>
              <a:ext uri="{FF2B5EF4-FFF2-40B4-BE49-F238E27FC236}">
                <a16:creationId xmlns:a16="http://schemas.microsoft.com/office/drawing/2014/main" id="{645A7951-681E-C0D3-4835-8B1E6D8FC98D}"/>
              </a:ext>
            </a:extLst>
          </p:cNvPr>
          <p:cNvSpPr txBox="1"/>
          <p:nvPr/>
        </p:nvSpPr>
        <p:spPr>
          <a:xfrm>
            <a:off x="-1723508" y="4521296"/>
            <a:ext cx="902398" cy="461665"/>
          </a:xfrm>
          <a:prstGeom prst="rect">
            <a:avLst/>
          </a:prstGeom>
          <a:noFill/>
        </p:spPr>
        <p:txBody>
          <a:bodyPr wrap="square" rtlCol="0">
            <a:spAutoFit/>
          </a:bodyPr>
          <a:lstStyle/>
          <a:p>
            <a:r>
              <a:rPr lang="en-US" sz="2400" b="1" dirty="0" err="1">
                <a:solidFill>
                  <a:schemeClr val="bg1"/>
                </a:solidFill>
                <a:latin typeface="ADELIA"/>
              </a:rPr>
              <a:t>Tugas</a:t>
            </a:r>
            <a:endParaRPr lang="en-US" sz="2400" b="1" dirty="0">
              <a:solidFill>
                <a:schemeClr val="bg1"/>
              </a:solidFill>
              <a:latin typeface="ADELIA"/>
            </a:endParaRPr>
          </a:p>
        </p:txBody>
      </p:sp>
      <p:sp>
        <p:nvSpPr>
          <p:cNvPr id="16" name="TextBox 15">
            <a:extLst>
              <a:ext uri="{FF2B5EF4-FFF2-40B4-BE49-F238E27FC236}">
                <a16:creationId xmlns:a16="http://schemas.microsoft.com/office/drawing/2014/main" id="{944C65FE-5EB0-8B25-8D2E-6A71D53FC08C}"/>
              </a:ext>
            </a:extLst>
          </p:cNvPr>
          <p:cNvSpPr txBox="1"/>
          <p:nvPr/>
        </p:nvSpPr>
        <p:spPr>
          <a:xfrm>
            <a:off x="-1778925" y="5194797"/>
            <a:ext cx="1013233" cy="461665"/>
          </a:xfrm>
          <a:prstGeom prst="rect">
            <a:avLst/>
          </a:prstGeom>
          <a:noFill/>
        </p:spPr>
        <p:txBody>
          <a:bodyPr wrap="square" rtlCol="0">
            <a:spAutoFit/>
          </a:bodyPr>
          <a:lstStyle/>
          <a:p>
            <a:r>
              <a:rPr lang="en-US" sz="2400" b="1" dirty="0" err="1">
                <a:solidFill>
                  <a:schemeClr val="bg1"/>
                </a:solidFill>
                <a:latin typeface="ADELIA"/>
              </a:rPr>
              <a:t>Proker</a:t>
            </a:r>
            <a:endParaRPr lang="en-US" sz="2400" b="1" dirty="0">
              <a:solidFill>
                <a:schemeClr val="bg1"/>
              </a:solidFill>
              <a:latin typeface="ADELIA"/>
            </a:endParaRPr>
          </a:p>
        </p:txBody>
      </p:sp>
      <p:sp>
        <p:nvSpPr>
          <p:cNvPr id="17" name="TextBox 16">
            <a:extLst>
              <a:ext uri="{FF2B5EF4-FFF2-40B4-BE49-F238E27FC236}">
                <a16:creationId xmlns:a16="http://schemas.microsoft.com/office/drawing/2014/main" id="{A5510D93-FA09-8228-63AE-B4F344DB743A}"/>
              </a:ext>
            </a:extLst>
          </p:cNvPr>
          <p:cNvSpPr txBox="1"/>
          <p:nvPr/>
        </p:nvSpPr>
        <p:spPr>
          <a:xfrm>
            <a:off x="-1843578" y="5868299"/>
            <a:ext cx="1142539" cy="461665"/>
          </a:xfrm>
          <a:prstGeom prst="rect">
            <a:avLst/>
          </a:prstGeom>
          <a:noFill/>
        </p:spPr>
        <p:txBody>
          <a:bodyPr wrap="square" rtlCol="0">
            <a:spAutoFit/>
          </a:bodyPr>
          <a:lstStyle/>
          <a:p>
            <a:r>
              <a:rPr lang="en-US" sz="2400" b="1" dirty="0" err="1">
                <a:solidFill>
                  <a:schemeClr val="bg1"/>
                </a:solidFill>
                <a:latin typeface="ADELIA"/>
              </a:rPr>
              <a:t>Kriteria</a:t>
            </a:r>
            <a:endParaRPr lang="en-US" sz="2400" b="1" dirty="0">
              <a:solidFill>
                <a:schemeClr val="bg1"/>
              </a:solidFill>
              <a:latin typeface="ADELIA"/>
            </a:endParaRPr>
          </a:p>
        </p:txBody>
      </p:sp>
      <p:cxnSp>
        <p:nvCxnSpPr>
          <p:cNvPr id="19" name="Straight Connector 18">
            <a:extLst>
              <a:ext uri="{FF2B5EF4-FFF2-40B4-BE49-F238E27FC236}">
                <a16:creationId xmlns:a16="http://schemas.microsoft.com/office/drawing/2014/main" id="{5C5903B6-D31C-A33A-10D7-59A81F6673C8}"/>
              </a:ext>
            </a:extLst>
          </p:cNvPr>
          <p:cNvCxnSpPr>
            <a:cxnSpLocks/>
          </p:cNvCxnSpPr>
          <p:nvPr/>
        </p:nvCxnSpPr>
        <p:spPr>
          <a:xfrm>
            <a:off x="-2112817" y="1047873"/>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BED7A70F-659F-BCDB-3685-F06CE694E204}"/>
              </a:ext>
            </a:extLst>
          </p:cNvPr>
          <p:cNvCxnSpPr>
            <a:cxnSpLocks/>
          </p:cNvCxnSpPr>
          <p:nvPr/>
        </p:nvCxnSpPr>
        <p:spPr>
          <a:xfrm>
            <a:off x="-2112817" y="1721374"/>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68538A4B-C626-5D79-BA3A-78825E87CF59}"/>
              </a:ext>
            </a:extLst>
          </p:cNvPr>
          <p:cNvCxnSpPr>
            <a:cxnSpLocks/>
          </p:cNvCxnSpPr>
          <p:nvPr/>
        </p:nvCxnSpPr>
        <p:spPr>
          <a:xfrm>
            <a:off x="-2112817" y="2394875"/>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D2A6580A-9D58-3EF2-45DE-D6BBEC13B97B}"/>
              </a:ext>
            </a:extLst>
          </p:cNvPr>
          <p:cNvCxnSpPr>
            <a:cxnSpLocks/>
          </p:cNvCxnSpPr>
          <p:nvPr/>
        </p:nvCxnSpPr>
        <p:spPr>
          <a:xfrm>
            <a:off x="-2112817" y="306837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04F8CF56-7170-C140-AE6F-F1715713D30E}"/>
              </a:ext>
            </a:extLst>
          </p:cNvPr>
          <p:cNvCxnSpPr>
            <a:cxnSpLocks/>
          </p:cNvCxnSpPr>
          <p:nvPr/>
        </p:nvCxnSpPr>
        <p:spPr>
          <a:xfrm>
            <a:off x="-2112817" y="374187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24215B53-AB81-89B8-1623-DAAAB682BC0C}"/>
              </a:ext>
            </a:extLst>
          </p:cNvPr>
          <p:cNvCxnSpPr>
            <a:cxnSpLocks/>
          </p:cNvCxnSpPr>
          <p:nvPr/>
        </p:nvCxnSpPr>
        <p:spPr>
          <a:xfrm>
            <a:off x="-2112817" y="441537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0840C47A-F794-CC8E-38DB-2EFEE7B2C40B}"/>
              </a:ext>
            </a:extLst>
          </p:cNvPr>
          <p:cNvCxnSpPr>
            <a:cxnSpLocks/>
          </p:cNvCxnSpPr>
          <p:nvPr/>
        </p:nvCxnSpPr>
        <p:spPr>
          <a:xfrm>
            <a:off x="-2112817" y="508887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F56237EB-7948-1FA1-4CEB-86AF7D0CE289}"/>
              </a:ext>
            </a:extLst>
          </p:cNvPr>
          <p:cNvCxnSpPr>
            <a:cxnSpLocks/>
          </p:cNvCxnSpPr>
          <p:nvPr/>
        </p:nvCxnSpPr>
        <p:spPr>
          <a:xfrm>
            <a:off x="-2112817" y="576238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useBgFill="1">
        <p:nvSpPr>
          <p:cNvPr id="2" name="Rectangle: Rounded Corners 1" descr="jjjj">
            <a:hlinkClick r:id="rId3" action="ppaction://hlinksldjump"/>
            <a:extLst>
              <a:ext uri="{FF2B5EF4-FFF2-40B4-BE49-F238E27FC236}">
                <a16:creationId xmlns:a16="http://schemas.microsoft.com/office/drawing/2014/main" id="{620940B3-B371-35CA-6E2E-8893212AA024}"/>
              </a:ext>
              <a:ext uri="{C183D7F6-B498-43B3-948B-1728B52AA6E4}">
                <adec:decorative xmlns:adec="http://schemas.microsoft.com/office/drawing/2017/decorative" val="0"/>
              </a:ext>
            </a:extLst>
          </p:cNvPr>
          <p:cNvSpPr/>
          <p:nvPr/>
        </p:nvSpPr>
        <p:spPr>
          <a:xfrm>
            <a:off x="8490743" y="2927081"/>
            <a:ext cx="2062957" cy="871668"/>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3" name="TextBox 2">
            <a:extLst>
              <a:ext uri="{FF2B5EF4-FFF2-40B4-BE49-F238E27FC236}">
                <a16:creationId xmlns:a16="http://schemas.microsoft.com/office/drawing/2014/main" id="{CCA4C54C-4C05-018F-59ED-5F02FD0B4E37}"/>
              </a:ext>
            </a:extLst>
          </p:cNvPr>
          <p:cNvSpPr txBox="1"/>
          <p:nvPr/>
        </p:nvSpPr>
        <p:spPr>
          <a:xfrm>
            <a:off x="8603380" y="3003212"/>
            <a:ext cx="1837681" cy="738664"/>
          </a:xfrm>
          <a:prstGeom prst="rect">
            <a:avLst/>
          </a:prstGeom>
          <a:noFill/>
        </p:spPr>
        <p:txBody>
          <a:bodyPr wrap="square" rtlCol="0">
            <a:spAutoFit/>
          </a:bodyPr>
          <a:lstStyle/>
          <a:p>
            <a:pPr algn="ctr"/>
            <a:r>
              <a:rPr lang="en-US" sz="1400" b="1" dirty="0">
                <a:solidFill>
                  <a:schemeClr val="bg1"/>
                </a:solidFill>
                <a:latin typeface="Pineapple Days"/>
              </a:rPr>
              <a:t>Epson Printer </a:t>
            </a:r>
            <a:r>
              <a:rPr lang="en-US" sz="1400" b="1" dirty="0" err="1">
                <a:solidFill>
                  <a:schemeClr val="bg1"/>
                </a:solidFill>
                <a:latin typeface="Pineapple Days"/>
              </a:rPr>
              <a:t>Colour</a:t>
            </a:r>
            <a:r>
              <a:rPr lang="en-US" sz="1400" b="1" dirty="0">
                <a:solidFill>
                  <a:schemeClr val="bg1"/>
                </a:solidFill>
                <a:latin typeface="Pineapple Days"/>
              </a:rPr>
              <a:t> Multi Function L Series L3250</a:t>
            </a:r>
          </a:p>
        </p:txBody>
      </p:sp>
      <p:sp useBgFill="1">
        <p:nvSpPr>
          <p:cNvPr id="5" name="Rectangle: Rounded Corners 4" descr="jjjj">
            <a:hlinkClick r:id="rId3" action="ppaction://hlinksldjump"/>
            <a:extLst>
              <a:ext uri="{FF2B5EF4-FFF2-40B4-BE49-F238E27FC236}">
                <a16:creationId xmlns:a16="http://schemas.microsoft.com/office/drawing/2014/main" id="{715E8F0A-2251-53DB-B396-DB9AD966DF3E}"/>
              </a:ext>
              <a:ext uri="{C183D7F6-B498-43B3-948B-1728B52AA6E4}">
                <adec:decorative xmlns:adec="http://schemas.microsoft.com/office/drawing/2017/decorative" val="0"/>
              </a:ext>
            </a:extLst>
          </p:cNvPr>
          <p:cNvSpPr/>
          <p:nvPr/>
        </p:nvSpPr>
        <p:spPr>
          <a:xfrm>
            <a:off x="3008194" y="807887"/>
            <a:ext cx="2311617" cy="913487"/>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6" name="TextBox 5">
            <a:extLst>
              <a:ext uri="{FF2B5EF4-FFF2-40B4-BE49-F238E27FC236}">
                <a16:creationId xmlns:a16="http://schemas.microsoft.com/office/drawing/2014/main" id="{14F769FE-D3C0-EB52-C751-56D80244FA43}"/>
              </a:ext>
            </a:extLst>
          </p:cNvPr>
          <p:cNvSpPr txBox="1"/>
          <p:nvPr/>
        </p:nvSpPr>
        <p:spPr>
          <a:xfrm>
            <a:off x="3258287" y="929126"/>
            <a:ext cx="1736797" cy="738664"/>
          </a:xfrm>
          <a:prstGeom prst="rect">
            <a:avLst/>
          </a:prstGeom>
          <a:noFill/>
        </p:spPr>
        <p:txBody>
          <a:bodyPr wrap="square" rtlCol="0">
            <a:spAutoFit/>
          </a:bodyPr>
          <a:lstStyle/>
          <a:p>
            <a:pPr algn="ctr"/>
            <a:r>
              <a:rPr lang="en-US" sz="1400" b="1" dirty="0">
                <a:solidFill>
                  <a:schemeClr val="bg1"/>
                </a:solidFill>
                <a:latin typeface="Pineapple Days"/>
              </a:rPr>
              <a:t>Panasonic AC Single Split Non-inverter CS-PN18TKP 2PK </a:t>
            </a:r>
          </a:p>
        </p:txBody>
      </p:sp>
      <p:sp useBgFill="1">
        <p:nvSpPr>
          <p:cNvPr id="18" name="Rectangle: Rounded Corners 17" descr="jjjj">
            <a:hlinkClick r:id="rId3" action="ppaction://hlinksldjump"/>
            <a:extLst>
              <a:ext uri="{FF2B5EF4-FFF2-40B4-BE49-F238E27FC236}">
                <a16:creationId xmlns:a16="http://schemas.microsoft.com/office/drawing/2014/main" id="{0ADC65A3-4BF2-51B7-0EB0-A129CC8D37E4}"/>
              </a:ext>
              <a:ext uri="{C183D7F6-B498-43B3-948B-1728B52AA6E4}">
                <adec:decorative xmlns:adec="http://schemas.microsoft.com/office/drawing/2017/decorative" val="0"/>
              </a:ext>
            </a:extLst>
          </p:cNvPr>
          <p:cNvSpPr/>
          <p:nvPr/>
        </p:nvSpPr>
        <p:spPr>
          <a:xfrm>
            <a:off x="1368352" y="2288956"/>
            <a:ext cx="2311618" cy="885338"/>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28" name="TextBox 27">
            <a:extLst>
              <a:ext uri="{FF2B5EF4-FFF2-40B4-BE49-F238E27FC236}">
                <a16:creationId xmlns:a16="http://schemas.microsoft.com/office/drawing/2014/main" id="{03ED83C2-5509-6570-2902-AEFCBE941E5D}"/>
              </a:ext>
            </a:extLst>
          </p:cNvPr>
          <p:cNvSpPr txBox="1"/>
          <p:nvPr/>
        </p:nvSpPr>
        <p:spPr>
          <a:xfrm>
            <a:off x="1439228" y="2357651"/>
            <a:ext cx="2169866" cy="738664"/>
          </a:xfrm>
          <a:prstGeom prst="rect">
            <a:avLst/>
          </a:prstGeom>
          <a:noFill/>
        </p:spPr>
        <p:txBody>
          <a:bodyPr wrap="square" rtlCol="0">
            <a:spAutoFit/>
          </a:bodyPr>
          <a:lstStyle/>
          <a:p>
            <a:pPr algn="ctr"/>
            <a:r>
              <a:rPr lang="en-US" sz="1400" b="1" dirty="0">
                <a:solidFill>
                  <a:schemeClr val="bg1"/>
                </a:solidFill>
                <a:latin typeface="Pineapple Days"/>
              </a:rPr>
              <a:t>Book </a:t>
            </a:r>
            <a:r>
              <a:rPr lang="en-US" sz="1400" b="1" dirty="0" err="1">
                <a:solidFill>
                  <a:schemeClr val="bg1"/>
                </a:solidFill>
                <a:latin typeface="Pineapple Days"/>
              </a:rPr>
              <a:t>Detetor</a:t>
            </a:r>
            <a:r>
              <a:rPr lang="en-US" sz="1400" b="1" dirty="0">
                <a:solidFill>
                  <a:schemeClr val="bg1"/>
                </a:solidFill>
                <a:latin typeface="Pineapple Days"/>
              </a:rPr>
              <a:t> Library Management ISO15693 Library Reader</a:t>
            </a:r>
          </a:p>
        </p:txBody>
      </p:sp>
      <p:sp useBgFill="1">
        <p:nvSpPr>
          <p:cNvPr id="34" name="Rectangle: Rounded Corners 33" descr="jjjj">
            <a:hlinkClick r:id="rId3" action="ppaction://hlinksldjump"/>
            <a:extLst>
              <a:ext uri="{FF2B5EF4-FFF2-40B4-BE49-F238E27FC236}">
                <a16:creationId xmlns:a16="http://schemas.microsoft.com/office/drawing/2014/main" id="{C4C84E5F-91DF-CEF4-CA64-5BCCA27CB243}"/>
              </a:ext>
              <a:ext uri="{C183D7F6-B498-43B3-948B-1728B52AA6E4}">
                <adec:decorative xmlns:adec="http://schemas.microsoft.com/office/drawing/2017/decorative" val="0"/>
              </a:ext>
            </a:extLst>
          </p:cNvPr>
          <p:cNvSpPr/>
          <p:nvPr/>
        </p:nvSpPr>
        <p:spPr>
          <a:xfrm>
            <a:off x="1303064" y="4007980"/>
            <a:ext cx="2310613" cy="912771"/>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35" name="TextBox 34">
            <a:extLst>
              <a:ext uri="{FF2B5EF4-FFF2-40B4-BE49-F238E27FC236}">
                <a16:creationId xmlns:a16="http://schemas.microsoft.com/office/drawing/2014/main" id="{AFE74E15-BFE7-BFE0-FDB5-FEE6A7486276}"/>
              </a:ext>
            </a:extLst>
          </p:cNvPr>
          <p:cNvSpPr txBox="1"/>
          <p:nvPr/>
        </p:nvSpPr>
        <p:spPr>
          <a:xfrm>
            <a:off x="1471464" y="4078627"/>
            <a:ext cx="2028262" cy="738664"/>
          </a:xfrm>
          <a:prstGeom prst="rect">
            <a:avLst/>
          </a:prstGeom>
          <a:noFill/>
        </p:spPr>
        <p:txBody>
          <a:bodyPr wrap="square" rtlCol="0">
            <a:spAutoFit/>
          </a:bodyPr>
          <a:lstStyle/>
          <a:p>
            <a:pPr algn="ctr"/>
            <a:r>
              <a:rPr lang="en-US" sz="1400" b="1" dirty="0">
                <a:solidFill>
                  <a:schemeClr val="bg1"/>
                </a:solidFill>
                <a:latin typeface="Pineapple Days"/>
              </a:rPr>
              <a:t>Anti Theft Alarm Range RS232 Range RS232 RS485 RFID Reader </a:t>
            </a:r>
          </a:p>
        </p:txBody>
      </p:sp>
      <p:sp useBgFill="1">
        <p:nvSpPr>
          <p:cNvPr id="37" name="Rectangle: Rounded Corners 36" descr="jjjj">
            <a:hlinkClick r:id="rId3" action="ppaction://hlinksldjump"/>
            <a:extLst>
              <a:ext uri="{FF2B5EF4-FFF2-40B4-BE49-F238E27FC236}">
                <a16:creationId xmlns:a16="http://schemas.microsoft.com/office/drawing/2014/main" id="{9BE96D8E-6204-585D-E797-31757E17912B}"/>
              </a:ext>
              <a:ext uri="{C183D7F6-B498-43B3-948B-1728B52AA6E4}">
                <adec:decorative xmlns:adec="http://schemas.microsoft.com/office/drawing/2017/decorative" val="0"/>
              </a:ext>
            </a:extLst>
          </p:cNvPr>
          <p:cNvSpPr/>
          <p:nvPr/>
        </p:nvSpPr>
        <p:spPr>
          <a:xfrm>
            <a:off x="8504408" y="4920751"/>
            <a:ext cx="2296557" cy="1142519"/>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38" name="TextBox 37">
            <a:extLst>
              <a:ext uri="{FF2B5EF4-FFF2-40B4-BE49-F238E27FC236}">
                <a16:creationId xmlns:a16="http://schemas.microsoft.com/office/drawing/2014/main" id="{38C3FB99-20E4-D263-8A21-BB27327ABB28}"/>
              </a:ext>
            </a:extLst>
          </p:cNvPr>
          <p:cNvSpPr txBox="1"/>
          <p:nvPr/>
        </p:nvSpPr>
        <p:spPr>
          <a:xfrm>
            <a:off x="8706930" y="5011979"/>
            <a:ext cx="1974965" cy="954107"/>
          </a:xfrm>
          <a:prstGeom prst="rect">
            <a:avLst/>
          </a:prstGeom>
          <a:noFill/>
        </p:spPr>
        <p:txBody>
          <a:bodyPr wrap="square" rtlCol="0">
            <a:spAutoFit/>
          </a:bodyPr>
          <a:lstStyle/>
          <a:p>
            <a:pPr algn="ctr"/>
            <a:r>
              <a:rPr lang="en-US" sz="1400" b="1" dirty="0">
                <a:solidFill>
                  <a:schemeClr val="bg1"/>
                </a:solidFill>
                <a:latin typeface="Pineapple Days"/>
              </a:rPr>
              <a:t>Smart library automatic borrow and return books Touch Screen RFID card</a:t>
            </a:r>
          </a:p>
        </p:txBody>
      </p:sp>
      <p:pic>
        <p:nvPicPr>
          <p:cNvPr id="7" name="Picture 6">
            <a:extLst>
              <a:ext uri="{FF2B5EF4-FFF2-40B4-BE49-F238E27FC236}">
                <a16:creationId xmlns:a16="http://schemas.microsoft.com/office/drawing/2014/main" id="{C37D20AE-EE91-87B6-8B26-7C3F6D1C7F1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172294" y="1896631"/>
            <a:ext cx="3759832" cy="3759832"/>
          </a:xfrm>
          <a:prstGeom prst="rect">
            <a:avLst/>
          </a:prstGeom>
        </p:spPr>
      </p:pic>
      <p:sp>
        <p:nvSpPr>
          <p:cNvPr id="36" name="TextBox 35">
            <a:extLst>
              <a:ext uri="{FF2B5EF4-FFF2-40B4-BE49-F238E27FC236}">
                <a16:creationId xmlns:a16="http://schemas.microsoft.com/office/drawing/2014/main" id="{CA3C80C9-7D3D-4FFB-BCB1-736D7ECBBE88}"/>
              </a:ext>
            </a:extLst>
          </p:cNvPr>
          <p:cNvSpPr txBox="1"/>
          <p:nvPr/>
        </p:nvSpPr>
        <p:spPr>
          <a:xfrm>
            <a:off x="482170" y="384737"/>
            <a:ext cx="3901902"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Hardware </a:t>
            </a:r>
          </a:p>
        </p:txBody>
      </p:sp>
      <p:sp>
        <p:nvSpPr>
          <p:cNvPr id="39" name="TextBox 38">
            <a:extLst>
              <a:ext uri="{FF2B5EF4-FFF2-40B4-BE49-F238E27FC236}">
                <a16:creationId xmlns:a16="http://schemas.microsoft.com/office/drawing/2014/main" id="{D25AFD3B-329A-4FED-9220-CD714D429195}"/>
              </a:ext>
            </a:extLst>
          </p:cNvPr>
          <p:cNvSpPr txBox="1"/>
          <p:nvPr/>
        </p:nvSpPr>
        <p:spPr>
          <a:xfrm>
            <a:off x="482170" y="923346"/>
            <a:ext cx="5778270" cy="400110"/>
          </a:xfrm>
          <a:prstGeom prst="rect">
            <a:avLst/>
          </a:prstGeom>
          <a:noFill/>
        </p:spPr>
        <p:txBody>
          <a:bodyPr wrap="square" rtlCol="0">
            <a:spAutoFit/>
          </a:bodyPr>
          <a:lstStyle/>
          <a:p>
            <a:r>
              <a:rPr lang="en-US" sz="2000" b="1" dirty="0">
                <a:solidFill>
                  <a:schemeClr val="bg1"/>
                </a:solidFill>
                <a:latin typeface="Montserrat" panose="00000500000000000000" pitchFamily="2" charset="0"/>
              </a:rPr>
              <a:t>Specification</a:t>
            </a:r>
          </a:p>
        </p:txBody>
      </p:sp>
      <p:sp useBgFill="1">
        <p:nvSpPr>
          <p:cNvPr id="40" name="Rectangle: Rounded Corners 39" descr="jjjj">
            <a:hlinkClick r:id="rId3" action="ppaction://hlinksldjump"/>
            <a:extLst>
              <a:ext uri="{FF2B5EF4-FFF2-40B4-BE49-F238E27FC236}">
                <a16:creationId xmlns:a16="http://schemas.microsoft.com/office/drawing/2014/main" id="{65AFEA64-FBDD-4C55-B695-173E881EFE3D}"/>
              </a:ext>
              <a:ext uri="{C183D7F6-B498-43B3-948B-1728B52AA6E4}">
                <adec:decorative xmlns:adec="http://schemas.microsoft.com/office/drawing/2017/decorative" val="0"/>
              </a:ext>
            </a:extLst>
          </p:cNvPr>
          <p:cNvSpPr/>
          <p:nvPr/>
        </p:nvSpPr>
        <p:spPr>
          <a:xfrm>
            <a:off x="5930823" y="336297"/>
            <a:ext cx="2311617" cy="1087467"/>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41" name="TextBox 40">
            <a:extLst>
              <a:ext uri="{FF2B5EF4-FFF2-40B4-BE49-F238E27FC236}">
                <a16:creationId xmlns:a16="http://schemas.microsoft.com/office/drawing/2014/main" id="{4EC2823F-89DA-436D-94C7-6F007A16E33D}"/>
              </a:ext>
            </a:extLst>
          </p:cNvPr>
          <p:cNvSpPr txBox="1"/>
          <p:nvPr/>
        </p:nvSpPr>
        <p:spPr>
          <a:xfrm>
            <a:off x="6136076" y="411827"/>
            <a:ext cx="1909418" cy="954107"/>
          </a:xfrm>
          <a:prstGeom prst="rect">
            <a:avLst/>
          </a:prstGeom>
          <a:noFill/>
        </p:spPr>
        <p:txBody>
          <a:bodyPr wrap="square" rtlCol="0">
            <a:spAutoFit/>
          </a:bodyPr>
          <a:lstStyle/>
          <a:p>
            <a:pPr algn="ctr"/>
            <a:r>
              <a:rPr lang="en-US" sz="1400" b="1" dirty="0">
                <a:solidFill>
                  <a:schemeClr val="bg1"/>
                </a:solidFill>
                <a:latin typeface="Pineapple Days"/>
              </a:rPr>
              <a:t>Hikvision Turbo EXIR ECO Series Camera DS-2CE78H0T-IT1F Turbo 5MP, 8MP</a:t>
            </a:r>
          </a:p>
        </p:txBody>
      </p:sp>
      <p:sp useBgFill="1">
        <p:nvSpPr>
          <p:cNvPr id="42" name="Rectangle: Rounded Corners 41" descr="jjjj">
            <a:hlinkClick r:id="rId3" action="ppaction://hlinksldjump"/>
            <a:extLst>
              <a:ext uri="{FF2B5EF4-FFF2-40B4-BE49-F238E27FC236}">
                <a16:creationId xmlns:a16="http://schemas.microsoft.com/office/drawing/2014/main" id="{1C1BDA42-8FC5-4CF1-9483-03E891E97E33}"/>
              </a:ext>
              <a:ext uri="{C183D7F6-B498-43B3-948B-1728B52AA6E4}">
                <adec:decorative xmlns:adec="http://schemas.microsoft.com/office/drawing/2017/decorative" val="0"/>
              </a:ext>
            </a:extLst>
          </p:cNvPr>
          <p:cNvSpPr/>
          <p:nvPr/>
        </p:nvSpPr>
        <p:spPr>
          <a:xfrm>
            <a:off x="2274535" y="5665256"/>
            <a:ext cx="3045276" cy="956707"/>
          </a:xfrm>
          <a:prstGeom prst="roundRect">
            <a:avLst>
              <a:gd name="adj" fmla="val 48724"/>
            </a:avLst>
          </a:prstGeom>
          <a:ln>
            <a:no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43" name="TextBox 42">
            <a:extLst>
              <a:ext uri="{FF2B5EF4-FFF2-40B4-BE49-F238E27FC236}">
                <a16:creationId xmlns:a16="http://schemas.microsoft.com/office/drawing/2014/main" id="{510C9258-13EF-40D2-B5F5-970A6A8E88A4}"/>
              </a:ext>
            </a:extLst>
          </p:cNvPr>
          <p:cNvSpPr txBox="1"/>
          <p:nvPr/>
        </p:nvSpPr>
        <p:spPr>
          <a:xfrm>
            <a:off x="2324648" y="5768716"/>
            <a:ext cx="2930472" cy="738664"/>
          </a:xfrm>
          <a:prstGeom prst="rect">
            <a:avLst/>
          </a:prstGeom>
          <a:noFill/>
        </p:spPr>
        <p:txBody>
          <a:bodyPr wrap="square" rtlCol="0">
            <a:spAutoFit/>
          </a:bodyPr>
          <a:lstStyle/>
          <a:p>
            <a:pPr algn="ctr"/>
            <a:r>
              <a:rPr lang="en-US" sz="1400" b="1" dirty="0">
                <a:solidFill>
                  <a:schemeClr val="bg1"/>
                </a:solidFill>
                <a:latin typeface="Pineapple Days"/>
              </a:rPr>
              <a:t>HP PC Computer OS Windows 10 Home + OHS 2019 24-df1042d AiO White RAM 8GB </a:t>
            </a:r>
          </a:p>
        </p:txBody>
      </p:sp>
      <p:pic>
        <p:nvPicPr>
          <p:cNvPr id="46" name="Picture 45">
            <a:extLst>
              <a:ext uri="{FF2B5EF4-FFF2-40B4-BE49-F238E27FC236}">
                <a16:creationId xmlns:a16="http://schemas.microsoft.com/office/drawing/2014/main" id="{0068D89B-C3D3-4647-A272-B0572A9C07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9333" y="195627"/>
            <a:ext cx="662827" cy="661466"/>
          </a:xfrm>
          <a:prstGeom prst="rect">
            <a:avLst/>
          </a:prstGeom>
        </p:spPr>
      </p:pic>
      <p:pic>
        <p:nvPicPr>
          <p:cNvPr id="49" name="Picture 48">
            <a:extLst>
              <a:ext uri="{FF2B5EF4-FFF2-40B4-BE49-F238E27FC236}">
                <a16:creationId xmlns:a16="http://schemas.microsoft.com/office/drawing/2014/main" id="{C8673320-B85A-44A8-B43E-39A6CDF3950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595240" y="480290"/>
            <a:ext cx="1099472" cy="497152"/>
          </a:xfrm>
          <a:prstGeom prst="rect">
            <a:avLst/>
          </a:prstGeom>
        </p:spPr>
      </p:pic>
      <p:pic>
        <p:nvPicPr>
          <p:cNvPr id="50" name="Picture 49">
            <a:extLst>
              <a:ext uri="{FF2B5EF4-FFF2-40B4-BE49-F238E27FC236}">
                <a16:creationId xmlns:a16="http://schemas.microsoft.com/office/drawing/2014/main" id="{2EE764AF-4F02-4DC2-9BA7-0D3BEDE668C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74523" y="1682922"/>
            <a:ext cx="1205197" cy="1093261"/>
          </a:xfrm>
          <a:prstGeom prst="rect">
            <a:avLst/>
          </a:prstGeom>
        </p:spPr>
      </p:pic>
      <p:pic>
        <p:nvPicPr>
          <p:cNvPr id="51" name="Picture 50">
            <a:extLst>
              <a:ext uri="{FF2B5EF4-FFF2-40B4-BE49-F238E27FC236}">
                <a16:creationId xmlns:a16="http://schemas.microsoft.com/office/drawing/2014/main" id="{EDF1718D-6C35-4F2A-AFDB-9B5BD0FF9BF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41029" y="4258400"/>
            <a:ext cx="1369785" cy="1167229"/>
          </a:xfrm>
          <a:prstGeom prst="rect">
            <a:avLst/>
          </a:prstGeom>
        </p:spPr>
      </p:pic>
      <p:pic>
        <p:nvPicPr>
          <p:cNvPr id="52" name="Picture 51">
            <a:extLst>
              <a:ext uri="{FF2B5EF4-FFF2-40B4-BE49-F238E27FC236}">
                <a16:creationId xmlns:a16="http://schemas.microsoft.com/office/drawing/2014/main" id="{0A9808EE-35AD-428C-8BEA-6B69B9F78A6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447440" y="5768716"/>
            <a:ext cx="1190764" cy="1026979"/>
          </a:xfrm>
          <a:prstGeom prst="rect">
            <a:avLst/>
          </a:prstGeom>
        </p:spPr>
      </p:pic>
      <p:pic>
        <p:nvPicPr>
          <p:cNvPr id="53" name="Picture 52">
            <a:extLst>
              <a:ext uri="{FF2B5EF4-FFF2-40B4-BE49-F238E27FC236}">
                <a16:creationId xmlns:a16="http://schemas.microsoft.com/office/drawing/2014/main" id="{51E659B1-AA42-491C-9927-5AD3AE8A558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7637678" y="5747691"/>
            <a:ext cx="1746156" cy="1087647"/>
          </a:xfrm>
          <a:prstGeom prst="rect">
            <a:avLst/>
          </a:prstGeom>
        </p:spPr>
      </p:pic>
      <p:pic>
        <p:nvPicPr>
          <p:cNvPr id="54" name="Picture 53">
            <a:extLst>
              <a:ext uri="{FF2B5EF4-FFF2-40B4-BE49-F238E27FC236}">
                <a16:creationId xmlns:a16="http://schemas.microsoft.com/office/drawing/2014/main" id="{6EC2A740-2D12-4609-B44B-C2490B43E999}"/>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9383834" y="3534803"/>
            <a:ext cx="1120806" cy="1087647"/>
          </a:xfrm>
          <a:prstGeom prst="rect">
            <a:avLst/>
          </a:prstGeom>
        </p:spPr>
      </p:pic>
    </p:spTree>
    <p:extLst>
      <p:ext uri="{BB962C8B-B14F-4D97-AF65-F5344CB8AC3E}">
        <p14:creationId xmlns:p14="http://schemas.microsoft.com/office/powerpoint/2010/main" val="2772521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4.16667E-6 -4.44444E-6 L -0.00091 0.01181 " pathEditMode="relative" rAng="0" ptsTypes="AA">
                                      <p:cBhvr>
                                        <p:cTn id="6" dur="2000" fill="hold"/>
                                        <p:tgtEl>
                                          <p:spTgt spid="7"/>
                                        </p:tgtEl>
                                        <p:attrNameLst>
                                          <p:attrName>ppt_x</p:attrName>
                                          <p:attrName>ppt_y</p:attrName>
                                        </p:attrNameLst>
                                      </p:cBhvr>
                                      <p:rCtr x="-52" y="579"/>
                                    </p:animMotion>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1000"/>
                                        <p:tgtEl>
                                          <p:spTgt spid="40"/>
                                        </p:tgtEl>
                                      </p:cBhvr>
                                    </p:animEffect>
                                    <p:anim calcmode="lin" valueType="num">
                                      <p:cBhvr>
                                        <p:cTn id="12" dur="1000" fill="hold"/>
                                        <p:tgtEl>
                                          <p:spTgt spid="40"/>
                                        </p:tgtEl>
                                        <p:attrNameLst>
                                          <p:attrName>ppt_x</p:attrName>
                                        </p:attrNameLst>
                                      </p:cBhvr>
                                      <p:tavLst>
                                        <p:tav tm="0">
                                          <p:val>
                                            <p:strVal val="#ppt_x"/>
                                          </p:val>
                                        </p:tav>
                                        <p:tav tm="100000">
                                          <p:val>
                                            <p:strVal val="#ppt_x"/>
                                          </p:val>
                                        </p:tav>
                                      </p:tavLst>
                                    </p:anim>
                                    <p:anim calcmode="lin" valueType="num">
                                      <p:cBhvr>
                                        <p:cTn id="13" dur="1000" fill="hold"/>
                                        <p:tgtEl>
                                          <p:spTgt spid="40"/>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1000"/>
                                        <p:tgtEl>
                                          <p:spTgt spid="46"/>
                                        </p:tgtEl>
                                      </p:cBhvr>
                                    </p:animEffect>
                                    <p:anim calcmode="lin" valueType="num">
                                      <p:cBhvr>
                                        <p:cTn id="17" dur="1000" fill="hold"/>
                                        <p:tgtEl>
                                          <p:spTgt spid="46"/>
                                        </p:tgtEl>
                                        <p:attrNameLst>
                                          <p:attrName>ppt_x</p:attrName>
                                        </p:attrNameLst>
                                      </p:cBhvr>
                                      <p:tavLst>
                                        <p:tav tm="0">
                                          <p:val>
                                            <p:strVal val="#ppt_x"/>
                                          </p:val>
                                        </p:tav>
                                        <p:tav tm="100000">
                                          <p:val>
                                            <p:strVal val="#ppt_x"/>
                                          </p:val>
                                        </p:tav>
                                      </p:tavLst>
                                    </p:anim>
                                    <p:anim calcmode="lin" valueType="num">
                                      <p:cBhvr>
                                        <p:cTn id="18" dur="1000" fill="hold"/>
                                        <p:tgtEl>
                                          <p:spTgt spid="46"/>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1000"/>
                                        <p:tgtEl>
                                          <p:spTgt spid="41"/>
                                        </p:tgtEl>
                                      </p:cBhvr>
                                    </p:animEffect>
                                    <p:anim calcmode="lin" valueType="num">
                                      <p:cBhvr>
                                        <p:cTn id="22" dur="1000" fill="hold"/>
                                        <p:tgtEl>
                                          <p:spTgt spid="41"/>
                                        </p:tgtEl>
                                        <p:attrNameLst>
                                          <p:attrName>ppt_x</p:attrName>
                                        </p:attrNameLst>
                                      </p:cBhvr>
                                      <p:tavLst>
                                        <p:tav tm="0">
                                          <p:val>
                                            <p:strVal val="#ppt_x"/>
                                          </p:val>
                                        </p:tav>
                                        <p:tav tm="100000">
                                          <p:val>
                                            <p:strVal val="#ppt_x"/>
                                          </p:val>
                                        </p:tav>
                                      </p:tavLst>
                                    </p:anim>
                                    <p:anim calcmode="lin" valueType="num">
                                      <p:cBhvr>
                                        <p:cTn id="2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1000"/>
                                        <p:tgtEl>
                                          <p:spTgt spid="49"/>
                                        </p:tgtEl>
                                      </p:cBhvr>
                                    </p:animEffect>
                                    <p:anim calcmode="lin" valueType="num">
                                      <p:cBhvr>
                                        <p:cTn id="34" dur="1000" fill="hold"/>
                                        <p:tgtEl>
                                          <p:spTgt spid="49"/>
                                        </p:tgtEl>
                                        <p:attrNameLst>
                                          <p:attrName>ppt_x</p:attrName>
                                        </p:attrNameLst>
                                      </p:cBhvr>
                                      <p:tavLst>
                                        <p:tav tm="0">
                                          <p:val>
                                            <p:strVal val="#ppt_x"/>
                                          </p:val>
                                        </p:tav>
                                        <p:tav tm="100000">
                                          <p:val>
                                            <p:strVal val="#ppt_x"/>
                                          </p:val>
                                        </p:tav>
                                      </p:tavLst>
                                    </p:anim>
                                    <p:anim calcmode="lin" valueType="num">
                                      <p:cBhvr>
                                        <p:cTn id="35" dur="1000" fill="hold"/>
                                        <p:tgtEl>
                                          <p:spTgt spid="4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0"/>
                                        <p:tgtEl>
                                          <p:spTgt spid="18"/>
                                        </p:tgtEl>
                                      </p:cBhvr>
                                    </p:animEffect>
                                    <p:anim calcmode="lin" valueType="num">
                                      <p:cBhvr>
                                        <p:cTn id="46" dur="1000" fill="hold"/>
                                        <p:tgtEl>
                                          <p:spTgt spid="18"/>
                                        </p:tgtEl>
                                        <p:attrNameLst>
                                          <p:attrName>ppt_x</p:attrName>
                                        </p:attrNameLst>
                                      </p:cBhvr>
                                      <p:tavLst>
                                        <p:tav tm="0">
                                          <p:val>
                                            <p:strVal val="#ppt_x"/>
                                          </p:val>
                                        </p:tav>
                                        <p:tav tm="100000">
                                          <p:val>
                                            <p:strVal val="#ppt_x"/>
                                          </p:val>
                                        </p:tav>
                                      </p:tavLst>
                                    </p:anim>
                                    <p:anim calcmode="lin" valueType="num">
                                      <p:cBhvr>
                                        <p:cTn id="47" dur="1000" fill="hold"/>
                                        <p:tgtEl>
                                          <p:spTgt spid="18"/>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1000"/>
                                        <p:tgtEl>
                                          <p:spTgt spid="50"/>
                                        </p:tgtEl>
                                      </p:cBhvr>
                                    </p:animEffect>
                                    <p:anim calcmode="lin" valueType="num">
                                      <p:cBhvr>
                                        <p:cTn id="51" dur="1000" fill="hold"/>
                                        <p:tgtEl>
                                          <p:spTgt spid="50"/>
                                        </p:tgtEl>
                                        <p:attrNameLst>
                                          <p:attrName>ppt_x</p:attrName>
                                        </p:attrNameLst>
                                      </p:cBhvr>
                                      <p:tavLst>
                                        <p:tav tm="0">
                                          <p:val>
                                            <p:strVal val="#ppt_x"/>
                                          </p:val>
                                        </p:tav>
                                        <p:tav tm="100000">
                                          <p:val>
                                            <p:strVal val="#ppt_x"/>
                                          </p:val>
                                        </p:tav>
                                      </p:tavLst>
                                    </p:anim>
                                    <p:anim calcmode="lin" valueType="num">
                                      <p:cBhvr>
                                        <p:cTn id="52" dur="1000" fill="hold"/>
                                        <p:tgtEl>
                                          <p:spTgt spid="5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1000"/>
                                        <p:tgtEl>
                                          <p:spTgt spid="28"/>
                                        </p:tgtEl>
                                      </p:cBhvr>
                                    </p:animEffect>
                                    <p:anim calcmode="lin" valueType="num">
                                      <p:cBhvr>
                                        <p:cTn id="56" dur="1000" fill="hold"/>
                                        <p:tgtEl>
                                          <p:spTgt spid="28"/>
                                        </p:tgtEl>
                                        <p:attrNameLst>
                                          <p:attrName>ppt_x</p:attrName>
                                        </p:attrNameLst>
                                      </p:cBhvr>
                                      <p:tavLst>
                                        <p:tav tm="0">
                                          <p:val>
                                            <p:strVal val="#ppt_x"/>
                                          </p:val>
                                        </p:tav>
                                        <p:tav tm="100000">
                                          <p:val>
                                            <p:strVal val="#ppt_x"/>
                                          </p:val>
                                        </p:tav>
                                      </p:tavLst>
                                    </p:anim>
                                    <p:anim calcmode="lin" valueType="num">
                                      <p:cBhvr>
                                        <p:cTn id="5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1000"/>
                                        <p:tgtEl>
                                          <p:spTgt spid="34"/>
                                        </p:tgtEl>
                                      </p:cBhvr>
                                    </p:animEffect>
                                    <p:anim calcmode="lin" valueType="num">
                                      <p:cBhvr>
                                        <p:cTn id="63" dur="1000" fill="hold"/>
                                        <p:tgtEl>
                                          <p:spTgt spid="34"/>
                                        </p:tgtEl>
                                        <p:attrNameLst>
                                          <p:attrName>ppt_x</p:attrName>
                                        </p:attrNameLst>
                                      </p:cBhvr>
                                      <p:tavLst>
                                        <p:tav tm="0">
                                          <p:val>
                                            <p:strVal val="#ppt_x"/>
                                          </p:val>
                                        </p:tav>
                                        <p:tav tm="100000">
                                          <p:val>
                                            <p:strVal val="#ppt_x"/>
                                          </p:val>
                                        </p:tav>
                                      </p:tavLst>
                                    </p:anim>
                                    <p:anim calcmode="lin" valueType="num">
                                      <p:cBhvr>
                                        <p:cTn id="64" dur="1000" fill="hold"/>
                                        <p:tgtEl>
                                          <p:spTgt spid="3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1000"/>
                                        <p:tgtEl>
                                          <p:spTgt spid="51"/>
                                        </p:tgtEl>
                                      </p:cBhvr>
                                    </p:animEffect>
                                    <p:anim calcmode="lin" valueType="num">
                                      <p:cBhvr>
                                        <p:cTn id="68" dur="1000" fill="hold"/>
                                        <p:tgtEl>
                                          <p:spTgt spid="51"/>
                                        </p:tgtEl>
                                        <p:attrNameLst>
                                          <p:attrName>ppt_x</p:attrName>
                                        </p:attrNameLst>
                                      </p:cBhvr>
                                      <p:tavLst>
                                        <p:tav tm="0">
                                          <p:val>
                                            <p:strVal val="#ppt_x"/>
                                          </p:val>
                                        </p:tav>
                                        <p:tav tm="100000">
                                          <p:val>
                                            <p:strVal val="#ppt_x"/>
                                          </p:val>
                                        </p:tav>
                                      </p:tavLst>
                                    </p:anim>
                                    <p:anim calcmode="lin" valueType="num">
                                      <p:cBhvr>
                                        <p:cTn id="69" dur="1000" fill="hold"/>
                                        <p:tgtEl>
                                          <p:spTgt spid="5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1000"/>
                                        <p:tgtEl>
                                          <p:spTgt spid="35"/>
                                        </p:tgtEl>
                                      </p:cBhvr>
                                    </p:animEffect>
                                    <p:anim calcmode="lin" valueType="num">
                                      <p:cBhvr>
                                        <p:cTn id="73" dur="1000" fill="hold"/>
                                        <p:tgtEl>
                                          <p:spTgt spid="35"/>
                                        </p:tgtEl>
                                        <p:attrNameLst>
                                          <p:attrName>ppt_x</p:attrName>
                                        </p:attrNameLst>
                                      </p:cBhvr>
                                      <p:tavLst>
                                        <p:tav tm="0">
                                          <p:val>
                                            <p:strVal val="#ppt_x"/>
                                          </p:val>
                                        </p:tav>
                                        <p:tav tm="100000">
                                          <p:val>
                                            <p:strVal val="#ppt_x"/>
                                          </p:val>
                                        </p:tav>
                                      </p:tavLst>
                                    </p:anim>
                                    <p:anim calcmode="lin" valueType="num">
                                      <p:cBhvr>
                                        <p:cTn id="7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1000"/>
                                        <p:tgtEl>
                                          <p:spTgt spid="42"/>
                                        </p:tgtEl>
                                      </p:cBhvr>
                                    </p:animEffect>
                                    <p:anim calcmode="lin" valueType="num">
                                      <p:cBhvr>
                                        <p:cTn id="80" dur="1000" fill="hold"/>
                                        <p:tgtEl>
                                          <p:spTgt spid="42"/>
                                        </p:tgtEl>
                                        <p:attrNameLst>
                                          <p:attrName>ppt_x</p:attrName>
                                        </p:attrNameLst>
                                      </p:cBhvr>
                                      <p:tavLst>
                                        <p:tav tm="0">
                                          <p:val>
                                            <p:strVal val="#ppt_x"/>
                                          </p:val>
                                        </p:tav>
                                        <p:tav tm="100000">
                                          <p:val>
                                            <p:strVal val="#ppt_x"/>
                                          </p:val>
                                        </p:tav>
                                      </p:tavLst>
                                    </p:anim>
                                    <p:anim calcmode="lin" valueType="num">
                                      <p:cBhvr>
                                        <p:cTn id="81" dur="1000" fill="hold"/>
                                        <p:tgtEl>
                                          <p:spTgt spid="42"/>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1000"/>
                                        <p:tgtEl>
                                          <p:spTgt spid="52"/>
                                        </p:tgtEl>
                                      </p:cBhvr>
                                    </p:animEffect>
                                    <p:anim calcmode="lin" valueType="num">
                                      <p:cBhvr>
                                        <p:cTn id="85" dur="1000" fill="hold"/>
                                        <p:tgtEl>
                                          <p:spTgt spid="52"/>
                                        </p:tgtEl>
                                        <p:attrNameLst>
                                          <p:attrName>ppt_x</p:attrName>
                                        </p:attrNameLst>
                                      </p:cBhvr>
                                      <p:tavLst>
                                        <p:tav tm="0">
                                          <p:val>
                                            <p:strVal val="#ppt_x"/>
                                          </p:val>
                                        </p:tav>
                                        <p:tav tm="100000">
                                          <p:val>
                                            <p:strVal val="#ppt_x"/>
                                          </p:val>
                                        </p:tav>
                                      </p:tavLst>
                                    </p:anim>
                                    <p:anim calcmode="lin" valueType="num">
                                      <p:cBhvr>
                                        <p:cTn id="86" dur="1000" fill="hold"/>
                                        <p:tgtEl>
                                          <p:spTgt spid="52"/>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1000"/>
                                        <p:tgtEl>
                                          <p:spTgt spid="43"/>
                                        </p:tgtEl>
                                      </p:cBhvr>
                                    </p:animEffect>
                                    <p:anim calcmode="lin" valueType="num">
                                      <p:cBhvr>
                                        <p:cTn id="90" dur="1000" fill="hold"/>
                                        <p:tgtEl>
                                          <p:spTgt spid="43"/>
                                        </p:tgtEl>
                                        <p:attrNameLst>
                                          <p:attrName>ppt_x</p:attrName>
                                        </p:attrNameLst>
                                      </p:cBhvr>
                                      <p:tavLst>
                                        <p:tav tm="0">
                                          <p:val>
                                            <p:strVal val="#ppt_x"/>
                                          </p:val>
                                        </p:tav>
                                        <p:tav tm="100000">
                                          <p:val>
                                            <p:strVal val="#ppt_x"/>
                                          </p:val>
                                        </p:tav>
                                      </p:tavLst>
                                    </p:anim>
                                    <p:anim calcmode="lin" valueType="num">
                                      <p:cBhvr>
                                        <p:cTn id="9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1000"/>
                                        <p:tgtEl>
                                          <p:spTgt spid="37"/>
                                        </p:tgtEl>
                                      </p:cBhvr>
                                    </p:animEffect>
                                    <p:anim calcmode="lin" valueType="num">
                                      <p:cBhvr>
                                        <p:cTn id="97" dur="1000" fill="hold"/>
                                        <p:tgtEl>
                                          <p:spTgt spid="37"/>
                                        </p:tgtEl>
                                        <p:attrNameLst>
                                          <p:attrName>ppt_x</p:attrName>
                                        </p:attrNameLst>
                                      </p:cBhvr>
                                      <p:tavLst>
                                        <p:tav tm="0">
                                          <p:val>
                                            <p:strVal val="#ppt_x"/>
                                          </p:val>
                                        </p:tav>
                                        <p:tav tm="100000">
                                          <p:val>
                                            <p:strVal val="#ppt_x"/>
                                          </p:val>
                                        </p:tav>
                                      </p:tavLst>
                                    </p:anim>
                                    <p:anim calcmode="lin" valueType="num">
                                      <p:cBhvr>
                                        <p:cTn id="98" dur="1000" fill="hold"/>
                                        <p:tgtEl>
                                          <p:spTgt spid="37"/>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1000"/>
                                        <p:tgtEl>
                                          <p:spTgt spid="53"/>
                                        </p:tgtEl>
                                      </p:cBhvr>
                                    </p:animEffect>
                                    <p:anim calcmode="lin" valueType="num">
                                      <p:cBhvr>
                                        <p:cTn id="102" dur="1000" fill="hold"/>
                                        <p:tgtEl>
                                          <p:spTgt spid="53"/>
                                        </p:tgtEl>
                                        <p:attrNameLst>
                                          <p:attrName>ppt_x</p:attrName>
                                        </p:attrNameLst>
                                      </p:cBhvr>
                                      <p:tavLst>
                                        <p:tav tm="0">
                                          <p:val>
                                            <p:strVal val="#ppt_x"/>
                                          </p:val>
                                        </p:tav>
                                        <p:tav tm="100000">
                                          <p:val>
                                            <p:strVal val="#ppt_x"/>
                                          </p:val>
                                        </p:tav>
                                      </p:tavLst>
                                    </p:anim>
                                    <p:anim calcmode="lin" valueType="num">
                                      <p:cBhvr>
                                        <p:cTn id="103" dur="1000" fill="hold"/>
                                        <p:tgtEl>
                                          <p:spTgt spid="5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1000"/>
                                        <p:tgtEl>
                                          <p:spTgt spid="38"/>
                                        </p:tgtEl>
                                      </p:cBhvr>
                                    </p:animEffect>
                                    <p:anim calcmode="lin" valueType="num">
                                      <p:cBhvr>
                                        <p:cTn id="107" dur="1000" fill="hold"/>
                                        <p:tgtEl>
                                          <p:spTgt spid="38"/>
                                        </p:tgtEl>
                                        <p:attrNameLst>
                                          <p:attrName>ppt_x</p:attrName>
                                        </p:attrNameLst>
                                      </p:cBhvr>
                                      <p:tavLst>
                                        <p:tav tm="0">
                                          <p:val>
                                            <p:strVal val="#ppt_x"/>
                                          </p:val>
                                        </p:tav>
                                        <p:tav tm="100000">
                                          <p:val>
                                            <p:strVal val="#ppt_x"/>
                                          </p:val>
                                        </p:tav>
                                      </p:tavLst>
                                    </p:anim>
                                    <p:anim calcmode="lin" valueType="num">
                                      <p:cBhvr>
                                        <p:cTn id="10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
                                        </p:tgtEl>
                                        <p:attrNameLst>
                                          <p:attrName>style.visibility</p:attrName>
                                        </p:attrNameLst>
                                      </p:cBhvr>
                                      <p:to>
                                        <p:strVal val="visible"/>
                                      </p:to>
                                    </p:set>
                                    <p:animEffect transition="in" filter="fade">
                                      <p:cBhvr>
                                        <p:cTn id="113" dur="1000"/>
                                        <p:tgtEl>
                                          <p:spTgt spid="2"/>
                                        </p:tgtEl>
                                      </p:cBhvr>
                                    </p:animEffect>
                                    <p:anim calcmode="lin" valueType="num">
                                      <p:cBhvr>
                                        <p:cTn id="114" dur="1000" fill="hold"/>
                                        <p:tgtEl>
                                          <p:spTgt spid="2"/>
                                        </p:tgtEl>
                                        <p:attrNameLst>
                                          <p:attrName>ppt_x</p:attrName>
                                        </p:attrNameLst>
                                      </p:cBhvr>
                                      <p:tavLst>
                                        <p:tav tm="0">
                                          <p:val>
                                            <p:strVal val="#ppt_x"/>
                                          </p:val>
                                        </p:tav>
                                        <p:tav tm="100000">
                                          <p:val>
                                            <p:strVal val="#ppt_x"/>
                                          </p:val>
                                        </p:tav>
                                      </p:tavLst>
                                    </p:anim>
                                    <p:anim calcmode="lin" valueType="num">
                                      <p:cBhvr>
                                        <p:cTn id="115" dur="1000" fill="hold"/>
                                        <p:tgtEl>
                                          <p:spTgt spid="2"/>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
                                        </p:tgtEl>
                                        <p:attrNameLst>
                                          <p:attrName>style.visibility</p:attrName>
                                        </p:attrNameLst>
                                      </p:cBhvr>
                                      <p:to>
                                        <p:strVal val="visible"/>
                                      </p:to>
                                    </p:set>
                                    <p:animEffect transition="in" filter="fade">
                                      <p:cBhvr>
                                        <p:cTn id="118" dur="1000"/>
                                        <p:tgtEl>
                                          <p:spTgt spid="3"/>
                                        </p:tgtEl>
                                      </p:cBhvr>
                                    </p:animEffect>
                                    <p:anim calcmode="lin" valueType="num">
                                      <p:cBhvr>
                                        <p:cTn id="119" dur="1000" fill="hold"/>
                                        <p:tgtEl>
                                          <p:spTgt spid="3"/>
                                        </p:tgtEl>
                                        <p:attrNameLst>
                                          <p:attrName>ppt_x</p:attrName>
                                        </p:attrNameLst>
                                      </p:cBhvr>
                                      <p:tavLst>
                                        <p:tav tm="0">
                                          <p:val>
                                            <p:strVal val="#ppt_x"/>
                                          </p:val>
                                        </p:tav>
                                        <p:tav tm="100000">
                                          <p:val>
                                            <p:strVal val="#ppt_x"/>
                                          </p:val>
                                        </p:tav>
                                      </p:tavLst>
                                    </p:anim>
                                    <p:anim calcmode="lin" valueType="num">
                                      <p:cBhvr>
                                        <p:cTn id="120" dur="1000" fill="hold"/>
                                        <p:tgtEl>
                                          <p:spTgt spid="3"/>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fade">
                                      <p:cBhvr>
                                        <p:cTn id="123" dur="1000"/>
                                        <p:tgtEl>
                                          <p:spTgt spid="54"/>
                                        </p:tgtEl>
                                      </p:cBhvr>
                                    </p:animEffect>
                                    <p:anim calcmode="lin" valueType="num">
                                      <p:cBhvr>
                                        <p:cTn id="124" dur="1000" fill="hold"/>
                                        <p:tgtEl>
                                          <p:spTgt spid="54"/>
                                        </p:tgtEl>
                                        <p:attrNameLst>
                                          <p:attrName>ppt_x</p:attrName>
                                        </p:attrNameLst>
                                      </p:cBhvr>
                                      <p:tavLst>
                                        <p:tav tm="0">
                                          <p:val>
                                            <p:strVal val="#ppt_x"/>
                                          </p:val>
                                        </p:tav>
                                        <p:tav tm="100000">
                                          <p:val>
                                            <p:strVal val="#ppt_x"/>
                                          </p:val>
                                        </p:tav>
                                      </p:tavLst>
                                    </p:anim>
                                    <p:anim calcmode="lin" valueType="num">
                                      <p:cBhvr>
                                        <p:cTn id="125"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6" grpId="0"/>
      <p:bldP spid="18" grpId="0" animBg="1"/>
      <p:bldP spid="28" grpId="0"/>
      <p:bldP spid="34" grpId="0" animBg="1"/>
      <p:bldP spid="35" grpId="0"/>
      <p:bldP spid="37" grpId="0" animBg="1"/>
      <p:bldP spid="38" grpId="0"/>
      <p:bldP spid="40" grpId="0" animBg="1"/>
      <p:bldP spid="41" grpId="0"/>
      <p:bldP spid="42" grpId="0" animBg="1"/>
      <p:bldP spid="4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 name="Rectangle 2">
            <a:extLst>
              <a:ext uri="{FF2B5EF4-FFF2-40B4-BE49-F238E27FC236}">
                <a16:creationId xmlns:a16="http://schemas.microsoft.com/office/drawing/2014/main" id="{4BD7C12C-53A4-29FD-75E4-F0DC6712775D}"/>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2B40D8C2-5403-49FE-893C-387B96B2E7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76574" y="1753019"/>
            <a:ext cx="3759832" cy="3759832"/>
          </a:xfrm>
          <a:prstGeom prst="rect">
            <a:avLst/>
          </a:prstGeom>
        </p:spPr>
      </p:pic>
      <p:sp>
        <p:nvSpPr>
          <p:cNvPr id="50" name="TextBox 49">
            <a:extLst>
              <a:ext uri="{FF2B5EF4-FFF2-40B4-BE49-F238E27FC236}">
                <a16:creationId xmlns:a16="http://schemas.microsoft.com/office/drawing/2014/main" id="{B0691531-9E95-4953-A1D4-1503448E24AB}"/>
              </a:ext>
            </a:extLst>
          </p:cNvPr>
          <p:cNvSpPr txBox="1"/>
          <p:nvPr/>
        </p:nvSpPr>
        <p:spPr>
          <a:xfrm>
            <a:off x="3201611" y="286547"/>
            <a:ext cx="3901902"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Hardware </a:t>
            </a:r>
          </a:p>
        </p:txBody>
      </p:sp>
      <p:sp>
        <p:nvSpPr>
          <p:cNvPr id="51" name="TextBox 50">
            <a:extLst>
              <a:ext uri="{FF2B5EF4-FFF2-40B4-BE49-F238E27FC236}">
                <a16:creationId xmlns:a16="http://schemas.microsoft.com/office/drawing/2014/main" id="{1089E34F-BB3C-4FBD-8956-F8C1E95BA1A0}"/>
              </a:ext>
            </a:extLst>
          </p:cNvPr>
          <p:cNvSpPr txBox="1"/>
          <p:nvPr/>
        </p:nvSpPr>
        <p:spPr>
          <a:xfrm>
            <a:off x="3201611" y="825156"/>
            <a:ext cx="5778270" cy="400110"/>
          </a:xfrm>
          <a:prstGeom prst="rect">
            <a:avLst/>
          </a:prstGeom>
          <a:noFill/>
        </p:spPr>
        <p:txBody>
          <a:bodyPr wrap="square" rtlCol="0">
            <a:spAutoFit/>
          </a:bodyPr>
          <a:lstStyle/>
          <a:p>
            <a:r>
              <a:rPr lang="en-US" sz="2000" b="1" dirty="0">
                <a:solidFill>
                  <a:schemeClr val="bg1"/>
                </a:solidFill>
                <a:latin typeface="Montserrat" panose="00000500000000000000" pitchFamily="2" charset="0"/>
              </a:rPr>
              <a:t>Specification</a:t>
            </a:r>
          </a:p>
        </p:txBody>
      </p:sp>
      <p:pic>
        <p:nvPicPr>
          <p:cNvPr id="62" name="Picture 61">
            <a:extLst>
              <a:ext uri="{FF2B5EF4-FFF2-40B4-BE49-F238E27FC236}">
                <a16:creationId xmlns:a16="http://schemas.microsoft.com/office/drawing/2014/main" id="{21A57E24-15A1-4D62-9DA8-A99F00BBFE5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103275" y="3436613"/>
            <a:ext cx="1120806" cy="1087647"/>
          </a:xfrm>
          <a:prstGeom prst="rect">
            <a:avLst/>
          </a:prstGeom>
        </p:spPr>
      </p:pic>
      <p:sp useBgFill="1">
        <p:nvSpPr>
          <p:cNvPr id="82" name="Rectangle 81">
            <a:extLst>
              <a:ext uri="{FF2B5EF4-FFF2-40B4-BE49-F238E27FC236}">
                <a16:creationId xmlns:a16="http://schemas.microsoft.com/office/drawing/2014/main" id="{E1E6D1FD-6C7A-4E05-83E3-3265661EFAC2}"/>
              </a:ext>
            </a:extLst>
          </p:cNvPr>
          <p:cNvSpPr/>
          <p:nvPr/>
        </p:nvSpPr>
        <p:spPr>
          <a:xfrm>
            <a:off x="7851" y="1997626"/>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83" name="TextBox 82">
            <a:extLst>
              <a:ext uri="{FF2B5EF4-FFF2-40B4-BE49-F238E27FC236}">
                <a16:creationId xmlns:a16="http://schemas.microsoft.com/office/drawing/2014/main" id="{FC83170B-B1EA-461C-8ABF-1B244E68ADF2}"/>
              </a:ext>
            </a:extLst>
          </p:cNvPr>
          <p:cNvSpPr txBox="1"/>
          <p:nvPr/>
        </p:nvSpPr>
        <p:spPr>
          <a:xfrm>
            <a:off x="432263" y="2088152"/>
            <a:ext cx="1681016" cy="492443"/>
          </a:xfrm>
          <a:prstGeom prst="rect">
            <a:avLst/>
          </a:prstGeom>
          <a:noFill/>
        </p:spPr>
        <p:txBody>
          <a:bodyPr wrap="square" rtlCol="0">
            <a:spAutoFit/>
          </a:bodyPr>
          <a:lstStyle/>
          <a:p>
            <a:r>
              <a:rPr lang="en-US" sz="2600" b="1" dirty="0">
                <a:solidFill>
                  <a:schemeClr val="bg1"/>
                </a:solidFill>
                <a:latin typeface="Pineapple Days"/>
              </a:rPr>
              <a:t>Hardware</a:t>
            </a:r>
          </a:p>
        </p:txBody>
      </p:sp>
      <p:sp>
        <p:nvSpPr>
          <p:cNvPr id="88" name="TextBox 87">
            <a:extLst>
              <a:ext uri="{FF2B5EF4-FFF2-40B4-BE49-F238E27FC236}">
                <a16:creationId xmlns:a16="http://schemas.microsoft.com/office/drawing/2014/main" id="{DAA45EF5-A577-4CF7-9CB7-0FB6BD2DCE98}"/>
              </a:ext>
            </a:extLst>
          </p:cNvPr>
          <p:cNvSpPr txBox="1"/>
          <p:nvPr/>
        </p:nvSpPr>
        <p:spPr>
          <a:xfrm>
            <a:off x="142300" y="1482802"/>
            <a:ext cx="2468880" cy="461665"/>
          </a:xfrm>
          <a:prstGeom prst="rect">
            <a:avLst/>
          </a:prstGeom>
          <a:noFill/>
        </p:spPr>
        <p:txBody>
          <a:bodyPr wrap="square" rtlCol="0">
            <a:spAutoFit/>
          </a:bodyPr>
          <a:lstStyle/>
          <a:p>
            <a:r>
              <a:rPr lang="en-US" sz="2400" b="1" dirty="0">
                <a:solidFill>
                  <a:schemeClr val="bg1"/>
                </a:solidFill>
                <a:latin typeface="Pineapple Days"/>
              </a:rPr>
              <a:t>System Analysis</a:t>
            </a:r>
          </a:p>
        </p:txBody>
      </p:sp>
      <p:cxnSp>
        <p:nvCxnSpPr>
          <p:cNvPr id="89" name="Straight Connector 88">
            <a:extLst>
              <a:ext uri="{FF2B5EF4-FFF2-40B4-BE49-F238E27FC236}">
                <a16:creationId xmlns:a16="http://schemas.microsoft.com/office/drawing/2014/main" id="{02285588-B899-4B00-A616-51440F7AE465}"/>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0" name="Straight Connector 89">
            <a:extLst>
              <a:ext uri="{FF2B5EF4-FFF2-40B4-BE49-F238E27FC236}">
                <a16:creationId xmlns:a16="http://schemas.microsoft.com/office/drawing/2014/main" id="{8FA1E613-3E52-45AD-9325-5FEFD0F92357}"/>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1" name="Straight Connector 90">
            <a:extLst>
              <a:ext uri="{FF2B5EF4-FFF2-40B4-BE49-F238E27FC236}">
                <a16:creationId xmlns:a16="http://schemas.microsoft.com/office/drawing/2014/main" id="{B1634129-DEA1-4AD2-B8FE-320BC1D9D2C6}"/>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2" name="Straight Connector 91">
            <a:extLst>
              <a:ext uri="{FF2B5EF4-FFF2-40B4-BE49-F238E27FC236}">
                <a16:creationId xmlns:a16="http://schemas.microsoft.com/office/drawing/2014/main" id="{40163DAB-0534-44F2-97A8-8C038BC66313}"/>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3" name="Straight Connector 92">
            <a:extLst>
              <a:ext uri="{FF2B5EF4-FFF2-40B4-BE49-F238E27FC236}">
                <a16:creationId xmlns:a16="http://schemas.microsoft.com/office/drawing/2014/main" id="{4FC81651-87E6-4395-8C4C-B6042E3EB3CF}"/>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94" name="TextBox 93">
            <a:extLst>
              <a:ext uri="{FF2B5EF4-FFF2-40B4-BE49-F238E27FC236}">
                <a16:creationId xmlns:a16="http://schemas.microsoft.com/office/drawing/2014/main" id="{8237D651-8F17-4FA4-A8C6-7776B3C0A4D9}"/>
              </a:ext>
            </a:extLst>
          </p:cNvPr>
          <p:cNvSpPr txBox="1"/>
          <p:nvPr/>
        </p:nvSpPr>
        <p:spPr>
          <a:xfrm>
            <a:off x="591590" y="2777445"/>
            <a:ext cx="1382683" cy="461665"/>
          </a:xfrm>
          <a:prstGeom prst="rect">
            <a:avLst/>
          </a:prstGeom>
          <a:noFill/>
        </p:spPr>
        <p:txBody>
          <a:bodyPr wrap="square" rtlCol="0">
            <a:spAutoFit/>
          </a:bodyPr>
          <a:lstStyle/>
          <a:p>
            <a:r>
              <a:rPr lang="en-US" sz="2400" b="1" dirty="0">
                <a:solidFill>
                  <a:schemeClr val="bg1"/>
                </a:solidFill>
                <a:latin typeface="Pineapple Days"/>
              </a:rPr>
              <a:t>Software</a:t>
            </a:r>
          </a:p>
        </p:txBody>
      </p:sp>
      <p:sp>
        <p:nvSpPr>
          <p:cNvPr id="95" name="TextBox 94">
            <a:extLst>
              <a:ext uri="{FF2B5EF4-FFF2-40B4-BE49-F238E27FC236}">
                <a16:creationId xmlns:a16="http://schemas.microsoft.com/office/drawing/2014/main" id="{31FFC1BD-8557-46C7-8BDC-CCE823F592DF}"/>
              </a:ext>
            </a:extLst>
          </p:cNvPr>
          <p:cNvSpPr txBox="1"/>
          <p:nvPr/>
        </p:nvSpPr>
        <p:spPr>
          <a:xfrm>
            <a:off x="591590" y="3450946"/>
            <a:ext cx="1467329" cy="461665"/>
          </a:xfrm>
          <a:prstGeom prst="rect">
            <a:avLst/>
          </a:prstGeom>
          <a:noFill/>
        </p:spPr>
        <p:txBody>
          <a:bodyPr wrap="square" rtlCol="0">
            <a:spAutoFit/>
          </a:bodyPr>
          <a:lstStyle/>
          <a:p>
            <a:r>
              <a:rPr lang="en-US" sz="2400" b="1" dirty="0">
                <a:solidFill>
                  <a:schemeClr val="bg1"/>
                </a:solidFill>
                <a:latin typeface="Pineapple Days"/>
              </a:rPr>
              <a:t>Topology</a:t>
            </a:r>
          </a:p>
        </p:txBody>
      </p:sp>
      <p:sp>
        <p:nvSpPr>
          <p:cNvPr id="96" name="TextBox 95">
            <a:extLst>
              <a:ext uri="{FF2B5EF4-FFF2-40B4-BE49-F238E27FC236}">
                <a16:creationId xmlns:a16="http://schemas.microsoft.com/office/drawing/2014/main" id="{BE65B512-530C-4FA4-96E3-B7B3CA8AA331}"/>
              </a:ext>
            </a:extLst>
          </p:cNvPr>
          <p:cNvSpPr txBox="1"/>
          <p:nvPr/>
        </p:nvSpPr>
        <p:spPr>
          <a:xfrm>
            <a:off x="865625" y="4091262"/>
            <a:ext cx="1318030" cy="461665"/>
          </a:xfrm>
          <a:prstGeom prst="rect">
            <a:avLst/>
          </a:prstGeom>
          <a:noFill/>
        </p:spPr>
        <p:txBody>
          <a:bodyPr wrap="square" rtlCol="0">
            <a:spAutoFit/>
          </a:bodyPr>
          <a:lstStyle/>
          <a:p>
            <a:r>
              <a:rPr lang="en-US" sz="2400" b="1" dirty="0">
                <a:solidFill>
                  <a:schemeClr val="bg1"/>
                </a:solidFill>
                <a:latin typeface="Pineapple Days"/>
              </a:rPr>
              <a:t>Map</a:t>
            </a:r>
          </a:p>
        </p:txBody>
      </p:sp>
      <p:sp>
        <p:nvSpPr>
          <p:cNvPr id="97" name="TextBox 96">
            <a:extLst>
              <a:ext uri="{FF2B5EF4-FFF2-40B4-BE49-F238E27FC236}">
                <a16:creationId xmlns:a16="http://schemas.microsoft.com/office/drawing/2014/main" id="{02B631EE-637E-4B54-999B-186D3DB968D4}"/>
              </a:ext>
            </a:extLst>
          </p:cNvPr>
          <p:cNvSpPr txBox="1"/>
          <p:nvPr/>
        </p:nvSpPr>
        <p:spPr>
          <a:xfrm>
            <a:off x="866218" y="4764762"/>
            <a:ext cx="1013233" cy="461665"/>
          </a:xfrm>
          <a:prstGeom prst="rect">
            <a:avLst/>
          </a:prstGeom>
          <a:noFill/>
        </p:spPr>
        <p:txBody>
          <a:bodyPr wrap="square" rtlCol="0">
            <a:spAutoFit/>
          </a:bodyPr>
          <a:lstStyle/>
          <a:p>
            <a:r>
              <a:rPr lang="en-US" sz="2400" b="1" dirty="0">
                <a:solidFill>
                  <a:schemeClr val="bg1"/>
                </a:solidFill>
                <a:latin typeface="Pineapple Days"/>
              </a:rPr>
              <a:t>Cost</a:t>
            </a:r>
          </a:p>
        </p:txBody>
      </p:sp>
    </p:spTree>
    <p:extLst>
      <p:ext uri="{BB962C8B-B14F-4D97-AF65-F5344CB8AC3E}">
        <p14:creationId xmlns:p14="http://schemas.microsoft.com/office/powerpoint/2010/main" val="10588611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4.16667E-7 3.7037E-7 L -0.00091 0.01181 " pathEditMode="relative" rAng="0" ptsTypes="AA">
                                      <p:cBhvr>
                                        <p:cTn id="6" dur="2000" fill="hold"/>
                                        <p:tgtEl>
                                          <p:spTgt spid="49"/>
                                        </p:tgtEl>
                                        <p:attrNameLst>
                                          <p:attrName>ppt_x</p:attrName>
                                          <p:attrName>ppt_y</p:attrName>
                                        </p:attrNameLst>
                                      </p:cBhvr>
                                      <p:rCtr x="-52" y="579"/>
                                    </p:animMotion>
                                  </p:childTnLst>
                                </p:cTn>
                              </p:par>
                              <p:par>
                                <p:cTn id="7" presetID="42"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1000"/>
                                        <p:tgtEl>
                                          <p:spTgt spid="62"/>
                                        </p:tgtEl>
                                      </p:cBhvr>
                                    </p:animEffect>
                                    <p:anim calcmode="lin" valueType="num">
                                      <p:cBhvr>
                                        <p:cTn id="10" dur="1000" fill="hold"/>
                                        <p:tgtEl>
                                          <p:spTgt spid="62"/>
                                        </p:tgtEl>
                                        <p:attrNameLst>
                                          <p:attrName>ppt_x</p:attrName>
                                        </p:attrNameLst>
                                      </p:cBhvr>
                                      <p:tavLst>
                                        <p:tav tm="0">
                                          <p:val>
                                            <p:strVal val="#ppt_x"/>
                                          </p:val>
                                        </p:tav>
                                        <p:tav tm="100000">
                                          <p:val>
                                            <p:strVal val="#ppt_x"/>
                                          </p:val>
                                        </p:tav>
                                      </p:tavLst>
                                    </p:anim>
                                    <p:anim calcmode="lin" valueType="num">
                                      <p:cBhvr>
                                        <p:cTn id="1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D46DA6A-0ECD-6884-5452-6DD27D11EDA9}"/>
              </a:ext>
            </a:extLst>
          </p:cNvPr>
          <p:cNvSpPr txBox="1"/>
          <p:nvPr/>
        </p:nvSpPr>
        <p:spPr>
          <a:xfrm>
            <a:off x="3328785" y="676737"/>
            <a:ext cx="3901902"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Software</a:t>
            </a:r>
          </a:p>
        </p:txBody>
      </p:sp>
      <p:sp>
        <p:nvSpPr>
          <p:cNvPr id="31" name="TextBox 30">
            <a:extLst>
              <a:ext uri="{FF2B5EF4-FFF2-40B4-BE49-F238E27FC236}">
                <a16:creationId xmlns:a16="http://schemas.microsoft.com/office/drawing/2014/main" id="{CBC2F3AF-5479-499D-2F05-8AACAA7664E4}"/>
              </a:ext>
            </a:extLst>
          </p:cNvPr>
          <p:cNvSpPr txBox="1"/>
          <p:nvPr/>
        </p:nvSpPr>
        <p:spPr>
          <a:xfrm>
            <a:off x="3328785" y="1215346"/>
            <a:ext cx="5778270" cy="400110"/>
          </a:xfrm>
          <a:prstGeom prst="rect">
            <a:avLst/>
          </a:prstGeom>
          <a:noFill/>
        </p:spPr>
        <p:txBody>
          <a:bodyPr wrap="square" rtlCol="0">
            <a:spAutoFit/>
          </a:bodyPr>
          <a:lstStyle/>
          <a:p>
            <a:r>
              <a:rPr lang="en-US" sz="2000" b="1" dirty="0">
                <a:solidFill>
                  <a:schemeClr val="bg1"/>
                </a:solidFill>
                <a:latin typeface="Montserrat" panose="00000500000000000000" pitchFamily="2" charset="0"/>
              </a:rPr>
              <a:t>Specification</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BF4B2EC-5E08-3602-9BAF-21FC6CDA2F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40172" y="820057"/>
            <a:ext cx="5828617" cy="5828617"/>
          </a:xfrm>
          <a:prstGeom prst="rect">
            <a:avLst/>
          </a:prstGeom>
        </p:spPr>
      </p:pic>
      <p:sp useBgFill="1">
        <p:nvSpPr>
          <p:cNvPr id="45" name="Rectangle 44">
            <a:extLst>
              <a:ext uri="{FF2B5EF4-FFF2-40B4-BE49-F238E27FC236}">
                <a16:creationId xmlns:a16="http://schemas.microsoft.com/office/drawing/2014/main" id="{C12148AB-ABAB-173E-6008-DE69DA753AC2}"/>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066D926F-4443-4024-BDD0-7F3E440C0802}"/>
              </a:ext>
            </a:extLst>
          </p:cNvPr>
          <p:cNvSpPr/>
          <p:nvPr/>
        </p:nvSpPr>
        <p:spPr>
          <a:xfrm>
            <a:off x="7851" y="2678123"/>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27" name="TextBox 26">
            <a:extLst>
              <a:ext uri="{FF2B5EF4-FFF2-40B4-BE49-F238E27FC236}">
                <a16:creationId xmlns:a16="http://schemas.microsoft.com/office/drawing/2014/main" id="{B6B733AA-6845-4BAB-9423-96D8AD1B93EB}"/>
              </a:ext>
            </a:extLst>
          </p:cNvPr>
          <p:cNvSpPr txBox="1"/>
          <p:nvPr/>
        </p:nvSpPr>
        <p:spPr>
          <a:xfrm>
            <a:off x="532327" y="2103944"/>
            <a:ext cx="1681016" cy="461665"/>
          </a:xfrm>
          <a:prstGeom prst="rect">
            <a:avLst/>
          </a:prstGeom>
          <a:noFill/>
        </p:spPr>
        <p:txBody>
          <a:bodyPr wrap="square" rtlCol="0">
            <a:spAutoFit/>
          </a:bodyPr>
          <a:lstStyle/>
          <a:p>
            <a:r>
              <a:rPr lang="en-US" sz="2400" b="1" dirty="0">
                <a:solidFill>
                  <a:schemeClr val="bg1"/>
                </a:solidFill>
                <a:latin typeface="Pineapple Days"/>
              </a:rPr>
              <a:t>Hardware</a:t>
            </a:r>
          </a:p>
        </p:txBody>
      </p:sp>
      <p:sp>
        <p:nvSpPr>
          <p:cNvPr id="28" name="TextBox 27">
            <a:extLst>
              <a:ext uri="{FF2B5EF4-FFF2-40B4-BE49-F238E27FC236}">
                <a16:creationId xmlns:a16="http://schemas.microsoft.com/office/drawing/2014/main" id="{237D8671-0155-49B5-9C41-3607C3040D8A}"/>
              </a:ext>
            </a:extLst>
          </p:cNvPr>
          <p:cNvSpPr txBox="1"/>
          <p:nvPr/>
        </p:nvSpPr>
        <p:spPr>
          <a:xfrm>
            <a:off x="541399" y="2777446"/>
            <a:ext cx="1499060" cy="492443"/>
          </a:xfrm>
          <a:prstGeom prst="rect">
            <a:avLst/>
          </a:prstGeom>
          <a:noFill/>
        </p:spPr>
        <p:txBody>
          <a:bodyPr wrap="square" rtlCol="0">
            <a:spAutoFit/>
          </a:bodyPr>
          <a:lstStyle/>
          <a:p>
            <a:r>
              <a:rPr lang="en-US" sz="2600" b="1" dirty="0">
                <a:solidFill>
                  <a:schemeClr val="bg1"/>
                </a:solidFill>
                <a:latin typeface="Pineapple Days"/>
              </a:rPr>
              <a:t>Software</a:t>
            </a:r>
          </a:p>
        </p:txBody>
      </p:sp>
      <p:sp>
        <p:nvSpPr>
          <p:cNvPr id="29" name="TextBox 28">
            <a:extLst>
              <a:ext uri="{FF2B5EF4-FFF2-40B4-BE49-F238E27FC236}">
                <a16:creationId xmlns:a16="http://schemas.microsoft.com/office/drawing/2014/main" id="{7E96269D-F2A0-4858-8D96-2D051F3D3419}"/>
              </a:ext>
            </a:extLst>
          </p:cNvPr>
          <p:cNvSpPr txBox="1"/>
          <p:nvPr/>
        </p:nvSpPr>
        <p:spPr>
          <a:xfrm>
            <a:off x="591590" y="3450946"/>
            <a:ext cx="1467329" cy="461665"/>
          </a:xfrm>
          <a:prstGeom prst="rect">
            <a:avLst/>
          </a:prstGeom>
          <a:noFill/>
        </p:spPr>
        <p:txBody>
          <a:bodyPr wrap="square" rtlCol="0">
            <a:spAutoFit/>
          </a:bodyPr>
          <a:lstStyle/>
          <a:p>
            <a:r>
              <a:rPr lang="en-US" sz="2400" b="1" dirty="0">
                <a:solidFill>
                  <a:schemeClr val="bg1"/>
                </a:solidFill>
                <a:latin typeface="Pineapple Days"/>
              </a:rPr>
              <a:t>Topology</a:t>
            </a:r>
          </a:p>
        </p:txBody>
      </p:sp>
      <p:sp>
        <p:nvSpPr>
          <p:cNvPr id="32" name="TextBox 31">
            <a:extLst>
              <a:ext uri="{FF2B5EF4-FFF2-40B4-BE49-F238E27FC236}">
                <a16:creationId xmlns:a16="http://schemas.microsoft.com/office/drawing/2014/main" id="{6891CF92-B11F-498C-807A-5FEE4CF0F3E0}"/>
              </a:ext>
            </a:extLst>
          </p:cNvPr>
          <p:cNvSpPr txBox="1"/>
          <p:nvPr/>
        </p:nvSpPr>
        <p:spPr>
          <a:xfrm>
            <a:off x="865625" y="4091262"/>
            <a:ext cx="1318030" cy="461665"/>
          </a:xfrm>
          <a:prstGeom prst="rect">
            <a:avLst/>
          </a:prstGeom>
          <a:noFill/>
        </p:spPr>
        <p:txBody>
          <a:bodyPr wrap="square" rtlCol="0">
            <a:spAutoFit/>
          </a:bodyPr>
          <a:lstStyle/>
          <a:p>
            <a:r>
              <a:rPr lang="en-US" sz="2400" b="1" dirty="0">
                <a:solidFill>
                  <a:schemeClr val="bg1"/>
                </a:solidFill>
                <a:latin typeface="Pineapple Days"/>
              </a:rPr>
              <a:t>Map</a:t>
            </a:r>
          </a:p>
        </p:txBody>
      </p:sp>
      <p:sp>
        <p:nvSpPr>
          <p:cNvPr id="34" name="TextBox 33">
            <a:extLst>
              <a:ext uri="{FF2B5EF4-FFF2-40B4-BE49-F238E27FC236}">
                <a16:creationId xmlns:a16="http://schemas.microsoft.com/office/drawing/2014/main" id="{26CA0BCB-F5D6-4C33-996B-1C7213AC4545}"/>
              </a:ext>
            </a:extLst>
          </p:cNvPr>
          <p:cNvSpPr txBox="1"/>
          <p:nvPr/>
        </p:nvSpPr>
        <p:spPr>
          <a:xfrm>
            <a:off x="866218" y="4764762"/>
            <a:ext cx="1013233" cy="461665"/>
          </a:xfrm>
          <a:prstGeom prst="rect">
            <a:avLst/>
          </a:prstGeom>
          <a:noFill/>
        </p:spPr>
        <p:txBody>
          <a:bodyPr wrap="square" rtlCol="0">
            <a:spAutoFit/>
          </a:bodyPr>
          <a:lstStyle/>
          <a:p>
            <a:r>
              <a:rPr lang="en-US" sz="2400" b="1" dirty="0">
                <a:solidFill>
                  <a:schemeClr val="bg1"/>
                </a:solidFill>
                <a:latin typeface="Pineapple Days"/>
              </a:rPr>
              <a:t>Cost</a:t>
            </a:r>
          </a:p>
        </p:txBody>
      </p:sp>
      <p:sp>
        <p:nvSpPr>
          <p:cNvPr id="35" name="TextBox 34">
            <a:extLst>
              <a:ext uri="{FF2B5EF4-FFF2-40B4-BE49-F238E27FC236}">
                <a16:creationId xmlns:a16="http://schemas.microsoft.com/office/drawing/2014/main" id="{9E5D6530-8878-4696-BC6D-1586F62C22C3}"/>
              </a:ext>
            </a:extLst>
          </p:cNvPr>
          <p:cNvSpPr txBox="1"/>
          <p:nvPr/>
        </p:nvSpPr>
        <p:spPr>
          <a:xfrm>
            <a:off x="177636" y="1430443"/>
            <a:ext cx="2468880" cy="461665"/>
          </a:xfrm>
          <a:prstGeom prst="rect">
            <a:avLst/>
          </a:prstGeom>
          <a:noFill/>
        </p:spPr>
        <p:txBody>
          <a:bodyPr wrap="square" rtlCol="0">
            <a:spAutoFit/>
          </a:bodyPr>
          <a:lstStyle/>
          <a:p>
            <a:r>
              <a:rPr lang="en-US" sz="2400" b="1" dirty="0">
                <a:solidFill>
                  <a:schemeClr val="bg1"/>
                </a:solidFill>
                <a:latin typeface="Pineapple Days"/>
              </a:rPr>
              <a:t>System Analysis</a:t>
            </a:r>
          </a:p>
        </p:txBody>
      </p:sp>
      <p:cxnSp>
        <p:nvCxnSpPr>
          <p:cNvPr id="36" name="Straight Connector 35">
            <a:extLst>
              <a:ext uri="{FF2B5EF4-FFF2-40B4-BE49-F238E27FC236}">
                <a16:creationId xmlns:a16="http://schemas.microsoft.com/office/drawing/2014/main" id="{76DF0E74-C95A-4A15-B1EA-435B6EF0D48E}"/>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3DEB6944-DA04-4DEF-AF6F-95C1A0399AC7}"/>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7EF7365E-4A24-4A58-9655-D5D0DB681C51}"/>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C8764A18-0204-48FE-9B36-DC019789B0D4}"/>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83BA0748-1489-4782-A983-92E2B8E0B5EF}"/>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319323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2.70833E-6 -4.44444E-6 L -0.00065 0.0125 " pathEditMode="relative" rAng="0" ptsTypes="AA">
                                      <p:cBhvr>
                                        <p:cTn id="6" dur="2000" fill="hold"/>
                                        <p:tgtEl>
                                          <p:spTgt spid="2"/>
                                        </p:tgtEl>
                                        <p:attrNameLst>
                                          <p:attrName>ppt_x</p:attrName>
                                          <p:attrName>ppt_y</p:attrName>
                                        </p:attrNameLst>
                                      </p:cBhvr>
                                      <p:rCtr x="-39" y="6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157313B-F09C-03EA-4CDE-D0028C43A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4" y="0"/>
            <a:ext cx="12193444" cy="6857187"/>
          </a:xfrm>
          <a:prstGeom prst="rect">
            <a:avLst/>
          </a:prstGeom>
        </p:spPr>
      </p:pic>
      <p:pic>
        <p:nvPicPr>
          <p:cNvPr id="2" name="Picture 1">
            <a:extLst>
              <a:ext uri="{FF2B5EF4-FFF2-40B4-BE49-F238E27FC236}">
                <a16:creationId xmlns:a16="http://schemas.microsoft.com/office/drawing/2014/main" id="{815A9C6E-5DCB-4164-A02A-B7DEA9BBBCA5}"/>
              </a:ext>
            </a:extLst>
          </p:cNvPr>
          <p:cNvPicPr>
            <a:picLocks noChangeAspect="1"/>
          </p:cNvPicPr>
          <p:nvPr/>
        </p:nvPicPr>
        <p:blipFill>
          <a:blip r:embed="rId4">
            <a:extLst>
              <a:ext uri="{28A0092B-C50C-407E-A947-70E740481C1C}">
                <a14:useLocalDpi xmlns:a14="http://schemas.microsoft.com/office/drawing/2010/main" val="0"/>
              </a:ext>
            </a:extLst>
          </a:blip>
          <a:srcRect l="55" r="55"/>
          <a:stretch/>
        </p:blipFill>
        <p:spPr>
          <a:xfrm>
            <a:off x="4562787" y="1678982"/>
            <a:ext cx="3066424" cy="3069771"/>
          </a:xfrm>
          <a:prstGeom prst="ellipse">
            <a:avLst/>
          </a:prstGeom>
        </p:spPr>
      </p:pic>
      <p:pic>
        <p:nvPicPr>
          <p:cNvPr id="3" name="Picture 2">
            <a:extLst>
              <a:ext uri="{FF2B5EF4-FFF2-40B4-BE49-F238E27FC236}">
                <a16:creationId xmlns:a16="http://schemas.microsoft.com/office/drawing/2014/main" id="{C3A6926B-5BC4-4592-80B9-1852F9342B10}"/>
              </a:ext>
            </a:extLst>
          </p:cNvPr>
          <p:cNvPicPr>
            <a:picLocks noChangeAspect="1"/>
          </p:cNvPicPr>
          <p:nvPr/>
        </p:nvPicPr>
        <p:blipFill>
          <a:blip r:embed="rId5">
            <a:extLst>
              <a:ext uri="{28A0092B-C50C-407E-A947-70E740481C1C}">
                <a14:useLocalDpi xmlns:a14="http://schemas.microsoft.com/office/drawing/2010/main" val="0"/>
              </a:ext>
            </a:extLst>
          </a:blip>
          <a:srcRect t="84" b="84"/>
          <a:stretch/>
        </p:blipFill>
        <p:spPr>
          <a:xfrm>
            <a:off x="2142844" y="1678982"/>
            <a:ext cx="2235201" cy="2231450"/>
          </a:xfrm>
          <a:prstGeom prst="ellipse">
            <a:avLst/>
          </a:prstGeom>
        </p:spPr>
      </p:pic>
      <p:pic>
        <p:nvPicPr>
          <p:cNvPr id="4" name="Picture 3">
            <a:extLst>
              <a:ext uri="{FF2B5EF4-FFF2-40B4-BE49-F238E27FC236}">
                <a16:creationId xmlns:a16="http://schemas.microsoft.com/office/drawing/2014/main" id="{7817EC9C-7D9F-4601-9EFA-68186FA373C0}"/>
              </a:ext>
            </a:extLst>
          </p:cNvPr>
          <p:cNvPicPr>
            <a:picLocks noChangeAspect="1"/>
          </p:cNvPicPr>
          <p:nvPr/>
        </p:nvPicPr>
        <p:blipFill>
          <a:blip r:embed="rId6">
            <a:extLst>
              <a:ext uri="{28A0092B-C50C-407E-A947-70E740481C1C}">
                <a14:useLocalDpi xmlns:a14="http://schemas.microsoft.com/office/drawing/2010/main" val="0"/>
              </a:ext>
            </a:extLst>
          </a:blip>
          <a:srcRect t="84" b="84"/>
          <a:stretch/>
        </p:blipFill>
        <p:spPr>
          <a:xfrm>
            <a:off x="7813953" y="1678982"/>
            <a:ext cx="2235202" cy="2231450"/>
          </a:xfrm>
          <a:prstGeom prst="ellipse">
            <a:avLst/>
          </a:prstGeom>
        </p:spPr>
      </p:pic>
      <p:pic>
        <p:nvPicPr>
          <p:cNvPr id="5" name="Picture 4">
            <a:extLst>
              <a:ext uri="{FF2B5EF4-FFF2-40B4-BE49-F238E27FC236}">
                <a16:creationId xmlns:a16="http://schemas.microsoft.com/office/drawing/2014/main" id="{4D06B833-7418-4F7D-B579-4AAFCAB02F69}"/>
              </a:ext>
            </a:extLst>
          </p:cNvPr>
          <p:cNvPicPr>
            <a:picLocks noChangeAspect="1"/>
          </p:cNvPicPr>
          <p:nvPr/>
        </p:nvPicPr>
        <p:blipFill>
          <a:blip r:embed="rId7">
            <a:extLst>
              <a:ext uri="{28A0092B-C50C-407E-A947-70E740481C1C}">
                <a14:useLocalDpi xmlns:a14="http://schemas.microsoft.com/office/drawing/2010/main" val="0"/>
              </a:ext>
            </a:extLst>
          </a:blip>
          <a:srcRect t="181" b="181"/>
          <a:stretch/>
        </p:blipFill>
        <p:spPr>
          <a:xfrm>
            <a:off x="137219" y="1678982"/>
            <a:ext cx="1820883" cy="1814287"/>
          </a:xfrm>
          <a:prstGeom prst="ellipse">
            <a:avLst/>
          </a:prstGeom>
        </p:spPr>
      </p:pic>
      <p:pic>
        <p:nvPicPr>
          <p:cNvPr id="6" name="Picture 5">
            <a:extLst>
              <a:ext uri="{FF2B5EF4-FFF2-40B4-BE49-F238E27FC236}">
                <a16:creationId xmlns:a16="http://schemas.microsoft.com/office/drawing/2014/main" id="{DD3B8F45-F48F-477B-AE5B-C6CBF8061328}"/>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10233898" y="1678982"/>
            <a:ext cx="1820883" cy="1814287"/>
          </a:xfrm>
          <a:prstGeom prst="ellipse">
            <a:avLst/>
          </a:prstGeom>
        </p:spPr>
      </p:pic>
      <p:sp>
        <p:nvSpPr>
          <p:cNvPr id="7" name="TextBox 6">
            <a:extLst>
              <a:ext uri="{FF2B5EF4-FFF2-40B4-BE49-F238E27FC236}">
                <a16:creationId xmlns:a16="http://schemas.microsoft.com/office/drawing/2014/main" id="{5ACF30AF-AF43-4AA8-8123-82B4D83D41EF}"/>
              </a:ext>
            </a:extLst>
          </p:cNvPr>
          <p:cNvSpPr txBox="1"/>
          <p:nvPr/>
        </p:nvSpPr>
        <p:spPr>
          <a:xfrm>
            <a:off x="5957176" y="1019689"/>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F5F6FA"/>
                </a:solidFill>
                <a:effectLst/>
                <a:uLnTx/>
                <a:uFillTx/>
                <a:latin typeface="Segoe UI Semibold"/>
                <a:ea typeface="+mn-ea"/>
                <a:cs typeface="+mn-cs"/>
              </a:rPr>
              <a:t>1</a:t>
            </a:r>
          </a:p>
        </p:txBody>
      </p:sp>
      <p:sp>
        <p:nvSpPr>
          <p:cNvPr id="8" name="TextBox 7">
            <a:extLst>
              <a:ext uri="{FF2B5EF4-FFF2-40B4-BE49-F238E27FC236}">
                <a16:creationId xmlns:a16="http://schemas.microsoft.com/office/drawing/2014/main" id="{A6F98398-D37C-48F7-AFB4-61414B26E841}"/>
              </a:ext>
            </a:extLst>
          </p:cNvPr>
          <p:cNvSpPr txBox="1"/>
          <p:nvPr/>
        </p:nvSpPr>
        <p:spPr>
          <a:xfrm>
            <a:off x="8775099"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08049B4D-14D3-4EBB-B0AD-A4BE4C136E58}"/>
              </a:ext>
            </a:extLst>
          </p:cNvPr>
          <p:cNvSpPr txBox="1"/>
          <p:nvPr/>
        </p:nvSpPr>
        <p:spPr>
          <a:xfrm>
            <a:off x="10985479" y="1019689"/>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10" name="TextBox 9">
            <a:extLst>
              <a:ext uri="{FF2B5EF4-FFF2-40B4-BE49-F238E27FC236}">
                <a16:creationId xmlns:a16="http://schemas.microsoft.com/office/drawing/2014/main" id="{2D955090-E87B-41DF-B5F9-2F676D0D45F4}"/>
              </a:ext>
            </a:extLst>
          </p:cNvPr>
          <p:cNvSpPr txBox="1"/>
          <p:nvPr/>
        </p:nvSpPr>
        <p:spPr>
          <a:xfrm>
            <a:off x="891206"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11" name="TextBox 10">
            <a:extLst>
              <a:ext uri="{FF2B5EF4-FFF2-40B4-BE49-F238E27FC236}">
                <a16:creationId xmlns:a16="http://schemas.microsoft.com/office/drawing/2014/main" id="{4BC37501-9DA4-432E-82D4-DD267AC62F06}"/>
              </a:ext>
            </a:extLst>
          </p:cNvPr>
          <p:cNvSpPr txBox="1"/>
          <p:nvPr/>
        </p:nvSpPr>
        <p:spPr>
          <a:xfrm>
            <a:off x="3103991"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2</a:t>
            </a:r>
          </a:p>
        </p:txBody>
      </p:sp>
      <p:pic>
        <p:nvPicPr>
          <p:cNvPr id="14" name="Picture 13">
            <a:extLst>
              <a:ext uri="{FF2B5EF4-FFF2-40B4-BE49-F238E27FC236}">
                <a16:creationId xmlns:a16="http://schemas.microsoft.com/office/drawing/2014/main" id="{C35DBAE0-B30D-426D-98DC-B5C20F488911}"/>
              </a:ext>
            </a:extLst>
          </p:cNvPr>
          <p:cNvPicPr>
            <a:picLocks noChangeAspect="1"/>
          </p:cNvPicPr>
          <p:nvPr/>
        </p:nvPicPr>
        <p:blipFill>
          <a:blip r:embed="rId5">
            <a:extLst>
              <a:ext uri="{28A0092B-C50C-407E-A947-70E740481C1C}">
                <a14:useLocalDpi xmlns:a14="http://schemas.microsoft.com/office/drawing/2010/main" val="0"/>
              </a:ext>
            </a:extLst>
          </a:blip>
          <a:srcRect t="84" b="84"/>
          <a:stretch/>
        </p:blipFill>
        <p:spPr>
          <a:xfrm>
            <a:off x="15050034" y="1678983"/>
            <a:ext cx="1820883" cy="1817827"/>
          </a:xfrm>
          <a:prstGeom prst="ellipse">
            <a:avLst/>
          </a:prstGeom>
        </p:spPr>
      </p:pic>
      <p:pic>
        <p:nvPicPr>
          <p:cNvPr id="15" name="Picture 14">
            <a:extLst>
              <a:ext uri="{FF2B5EF4-FFF2-40B4-BE49-F238E27FC236}">
                <a16:creationId xmlns:a16="http://schemas.microsoft.com/office/drawing/2014/main" id="{E88D66F3-16CE-41D7-BF73-45414DBAB92D}"/>
              </a:ext>
            </a:extLst>
          </p:cNvPr>
          <p:cNvPicPr>
            <a:picLocks noChangeAspect="1"/>
          </p:cNvPicPr>
          <p:nvPr/>
        </p:nvPicPr>
        <p:blipFill>
          <a:blip r:embed="rId6">
            <a:extLst>
              <a:ext uri="{28A0092B-C50C-407E-A947-70E740481C1C}">
                <a14:useLocalDpi xmlns:a14="http://schemas.microsoft.com/office/drawing/2010/main" val="0"/>
              </a:ext>
            </a:extLst>
          </a:blip>
          <a:srcRect t="84" b="84"/>
          <a:stretch/>
        </p:blipFill>
        <p:spPr>
          <a:xfrm>
            <a:off x="-4863660" y="1678982"/>
            <a:ext cx="1820883" cy="1817826"/>
          </a:xfrm>
          <a:prstGeom prst="ellipse">
            <a:avLst/>
          </a:prstGeom>
        </p:spPr>
      </p:pic>
      <p:pic>
        <p:nvPicPr>
          <p:cNvPr id="16" name="Picture 15">
            <a:extLst>
              <a:ext uri="{FF2B5EF4-FFF2-40B4-BE49-F238E27FC236}">
                <a16:creationId xmlns:a16="http://schemas.microsoft.com/office/drawing/2014/main" id="{3CB5E58F-764B-41E9-B2BA-D2E48A412F6D}"/>
              </a:ext>
            </a:extLst>
          </p:cNvPr>
          <p:cNvPicPr>
            <a:picLocks noChangeAspect="1"/>
          </p:cNvPicPr>
          <p:nvPr/>
        </p:nvPicPr>
        <p:blipFill>
          <a:blip r:embed="rId7">
            <a:extLst>
              <a:ext uri="{28A0092B-C50C-407E-A947-70E740481C1C}">
                <a14:useLocalDpi xmlns:a14="http://schemas.microsoft.com/office/drawing/2010/main" val="0"/>
              </a:ext>
            </a:extLst>
          </a:blip>
          <a:srcRect t="181" b="181"/>
          <a:stretch/>
        </p:blipFill>
        <p:spPr>
          <a:xfrm>
            <a:off x="12525864" y="1678982"/>
            <a:ext cx="1820883" cy="1814287"/>
          </a:xfrm>
          <a:prstGeom prst="ellipse">
            <a:avLst/>
          </a:prstGeom>
        </p:spPr>
      </p:pic>
      <p:pic>
        <p:nvPicPr>
          <p:cNvPr id="17" name="Picture 16">
            <a:extLst>
              <a:ext uri="{FF2B5EF4-FFF2-40B4-BE49-F238E27FC236}">
                <a16:creationId xmlns:a16="http://schemas.microsoft.com/office/drawing/2014/main" id="{07EA9EB2-30F5-419F-B632-9661D2AEA1FA}"/>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2339491" y="1678982"/>
            <a:ext cx="1820883" cy="1814287"/>
          </a:xfrm>
          <a:prstGeom prst="ellipse">
            <a:avLst/>
          </a:prstGeom>
        </p:spPr>
      </p:pic>
      <p:sp>
        <p:nvSpPr>
          <p:cNvPr id="18" name="TextBox 17">
            <a:extLst>
              <a:ext uri="{FF2B5EF4-FFF2-40B4-BE49-F238E27FC236}">
                <a16:creationId xmlns:a16="http://schemas.microsoft.com/office/drawing/2014/main" id="{A45A944B-750A-43AE-A5D3-4CD4199BCA01}"/>
              </a:ext>
            </a:extLst>
          </p:cNvPr>
          <p:cNvSpPr txBox="1"/>
          <p:nvPr/>
        </p:nvSpPr>
        <p:spPr>
          <a:xfrm>
            <a:off x="-1587910" y="1019689"/>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19" name="TextBox 18">
            <a:extLst>
              <a:ext uri="{FF2B5EF4-FFF2-40B4-BE49-F238E27FC236}">
                <a16:creationId xmlns:a16="http://schemas.microsoft.com/office/drawing/2014/main" id="{9C9FC1B3-9CB2-4DE2-962F-1347A5CE3270}"/>
              </a:ext>
            </a:extLst>
          </p:cNvPr>
          <p:cNvSpPr txBox="1"/>
          <p:nvPr/>
        </p:nvSpPr>
        <p:spPr>
          <a:xfrm>
            <a:off x="-4109674"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20" name="TextBox 19">
            <a:extLst>
              <a:ext uri="{FF2B5EF4-FFF2-40B4-BE49-F238E27FC236}">
                <a16:creationId xmlns:a16="http://schemas.microsoft.com/office/drawing/2014/main" id="{634F97D6-390F-4425-ACBD-91B92D5EBDF8}"/>
              </a:ext>
            </a:extLst>
          </p:cNvPr>
          <p:cNvSpPr txBox="1"/>
          <p:nvPr/>
        </p:nvSpPr>
        <p:spPr>
          <a:xfrm>
            <a:off x="13279850"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21" name="TextBox 20">
            <a:extLst>
              <a:ext uri="{FF2B5EF4-FFF2-40B4-BE49-F238E27FC236}">
                <a16:creationId xmlns:a16="http://schemas.microsoft.com/office/drawing/2014/main" id="{172811F9-C8E0-4B49-81F8-EF83D0F4C578}"/>
              </a:ext>
            </a:extLst>
          </p:cNvPr>
          <p:cNvSpPr txBox="1"/>
          <p:nvPr/>
        </p:nvSpPr>
        <p:spPr>
          <a:xfrm>
            <a:off x="15804020" y="1019689"/>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25" name="TextBox 24">
            <a:extLst>
              <a:ext uri="{FF2B5EF4-FFF2-40B4-BE49-F238E27FC236}">
                <a16:creationId xmlns:a16="http://schemas.microsoft.com/office/drawing/2014/main" id="{BD9B36FF-AE1B-95E3-3482-630FD6361287}"/>
              </a:ext>
            </a:extLst>
          </p:cNvPr>
          <p:cNvSpPr txBox="1"/>
          <p:nvPr/>
        </p:nvSpPr>
        <p:spPr>
          <a:xfrm>
            <a:off x="3490507" y="4968311"/>
            <a:ext cx="5488618" cy="830997"/>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Koha (Library Management System)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d-ID"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Bibliotheca RFID (RFID/BARCODE System)</a:t>
            </a:r>
          </a:p>
        </p:txBody>
      </p:sp>
    </p:spTree>
    <p:custDataLst>
      <p:tags r:id="rId1"/>
    </p:custDataLst>
    <p:extLst>
      <p:ext uri="{BB962C8B-B14F-4D97-AF65-F5344CB8AC3E}">
        <p14:creationId xmlns:p14="http://schemas.microsoft.com/office/powerpoint/2010/main" val="26288802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80EBD282-5DC6-88B3-92F5-E6973E45BA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12"/>
            <a:ext cx="12192000" cy="6856375"/>
          </a:xfrm>
          <a:prstGeom prst="rect">
            <a:avLst/>
          </a:prstGeom>
        </p:spPr>
      </p:pic>
      <p:graphicFrame>
        <p:nvGraphicFramePr>
          <p:cNvPr id="13" name="Object 12" hidden="1">
            <a:extLst>
              <a:ext uri="{FF2B5EF4-FFF2-40B4-BE49-F238E27FC236}">
                <a16:creationId xmlns:a16="http://schemas.microsoft.com/office/drawing/2014/main" id="{543DB513-448B-4DA7-BCBE-3D3DD89E3616}"/>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0" name="think-cell Slide" r:id="rId6" imgW="344" imgH="344" progId="TCLayout.ActiveDocument.1">
                  <p:embed/>
                </p:oleObj>
              </mc:Choice>
              <mc:Fallback>
                <p:oleObj name="think-cell Slide" r:id="rId6" imgW="344" imgH="344" progId="TCLayout.ActiveDocument.1">
                  <p:embed/>
                  <p:pic>
                    <p:nvPicPr>
                      <p:cNvPr id="13" name="Object 12" hidden="1">
                        <a:extLst>
                          <a:ext uri="{FF2B5EF4-FFF2-40B4-BE49-F238E27FC236}">
                            <a16:creationId xmlns:a16="http://schemas.microsoft.com/office/drawing/2014/main" id="{543DB513-448B-4DA7-BCBE-3D3DD89E36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2">
            <a:extLst>
              <a:ext uri="{FF2B5EF4-FFF2-40B4-BE49-F238E27FC236}">
                <a16:creationId xmlns:a16="http://schemas.microsoft.com/office/drawing/2014/main" id="{C3A6926B-5BC4-4592-80B9-1852F9342B10}"/>
              </a:ext>
            </a:extLst>
          </p:cNvPr>
          <p:cNvPicPr>
            <a:picLocks noChangeAspect="1"/>
          </p:cNvPicPr>
          <p:nvPr/>
        </p:nvPicPr>
        <p:blipFill>
          <a:blip r:embed="rId8">
            <a:extLst>
              <a:ext uri="{28A0092B-C50C-407E-A947-70E740481C1C}">
                <a14:useLocalDpi xmlns:a14="http://schemas.microsoft.com/office/drawing/2010/main" val="0"/>
              </a:ext>
            </a:extLst>
          </a:blip>
          <a:srcRect t="84" b="84"/>
          <a:stretch/>
        </p:blipFill>
        <p:spPr>
          <a:xfrm>
            <a:off x="4562787" y="1678976"/>
            <a:ext cx="3074930" cy="3069770"/>
          </a:xfrm>
          <a:prstGeom prst="ellipse">
            <a:avLst/>
          </a:prstGeom>
        </p:spPr>
      </p:pic>
      <p:pic>
        <p:nvPicPr>
          <p:cNvPr id="5" name="Picture 4">
            <a:extLst>
              <a:ext uri="{FF2B5EF4-FFF2-40B4-BE49-F238E27FC236}">
                <a16:creationId xmlns:a16="http://schemas.microsoft.com/office/drawing/2014/main" id="{4D06B833-7418-4F7D-B579-4AAFCAB02F69}"/>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2142843" y="1678976"/>
            <a:ext cx="2239563" cy="2231450"/>
          </a:xfrm>
          <a:prstGeom prst="ellipse">
            <a:avLst/>
          </a:prstGeom>
        </p:spPr>
      </p:pic>
      <p:pic>
        <p:nvPicPr>
          <p:cNvPr id="17" name="Picture 16">
            <a:extLst>
              <a:ext uri="{FF2B5EF4-FFF2-40B4-BE49-F238E27FC236}">
                <a16:creationId xmlns:a16="http://schemas.microsoft.com/office/drawing/2014/main" id="{07EA9EB2-30F5-419F-B632-9661D2AEA1FA}"/>
              </a:ext>
            </a:extLst>
          </p:cNvPr>
          <p:cNvPicPr>
            <a:picLocks noChangeAspect="1"/>
          </p:cNvPicPr>
          <p:nvPr/>
        </p:nvPicPr>
        <p:blipFill>
          <a:blip r:embed="rId10">
            <a:extLst>
              <a:ext uri="{28A0092B-C50C-407E-A947-70E740481C1C}">
                <a14:useLocalDpi xmlns:a14="http://schemas.microsoft.com/office/drawing/2010/main" val="0"/>
              </a:ext>
            </a:extLst>
          </a:blip>
          <a:srcRect t="181" b="181"/>
          <a:stretch/>
        </p:blipFill>
        <p:spPr>
          <a:xfrm>
            <a:off x="137218" y="1678976"/>
            <a:ext cx="1820883" cy="1814287"/>
          </a:xfrm>
          <a:prstGeom prst="ellipse">
            <a:avLst/>
          </a:prstGeom>
        </p:spPr>
      </p:pic>
      <p:pic>
        <p:nvPicPr>
          <p:cNvPr id="2" name="Picture 1">
            <a:extLst>
              <a:ext uri="{FF2B5EF4-FFF2-40B4-BE49-F238E27FC236}">
                <a16:creationId xmlns:a16="http://schemas.microsoft.com/office/drawing/2014/main" id="{815A9C6E-5DCB-4164-A02A-B7DEA9BBBCA5}"/>
              </a:ext>
            </a:extLst>
          </p:cNvPr>
          <p:cNvPicPr>
            <a:picLocks noChangeAspect="1"/>
          </p:cNvPicPr>
          <p:nvPr/>
        </p:nvPicPr>
        <p:blipFill>
          <a:blip r:embed="rId11">
            <a:extLst>
              <a:ext uri="{28A0092B-C50C-407E-A947-70E740481C1C}">
                <a14:useLocalDpi xmlns:a14="http://schemas.microsoft.com/office/drawing/2010/main" val="0"/>
              </a:ext>
            </a:extLst>
          </a:blip>
          <a:srcRect l="55" r="55"/>
          <a:stretch/>
        </p:blipFill>
        <p:spPr>
          <a:xfrm>
            <a:off x="7822460" y="1678977"/>
            <a:ext cx="2229017" cy="2231450"/>
          </a:xfrm>
          <a:prstGeom prst="ellipse">
            <a:avLst/>
          </a:prstGeom>
        </p:spPr>
      </p:pic>
      <p:pic>
        <p:nvPicPr>
          <p:cNvPr id="4" name="Picture 3">
            <a:extLst>
              <a:ext uri="{FF2B5EF4-FFF2-40B4-BE49-F238E27FC236}">
                <a16:creationId xmlns:a16="http://schemas.microsoft.com/office/drawing/2014/main" id="{7817EC9C-7D9F-4601-9EFA-68186FA373C0}"/>
              </a:ext>
            </a:extLst>
          </p:cNvPr>
          <p:cNvPicPr>
            <a:picLocks noChangeAspect="1"/>
          </p:cNvPicPr>
          <p:nvPr/>
        </p:nvPicPr>
        <p:blipFill>
          <a:blip r:embed="rId12">
            <a:extLst>
              <a:ext uri="{28A0092B-C50C-407E-A947-70E740481C1C}">
                <a14:useLocalDpi xmlns:a14="http://schemas.microsoft.com/office/drawing/2010/main" val="0"/>
              </a:ext>
            </a:extLst>
          </a:blip>
          <a:srcRect t="84" b="84"/>
          <a:stretch/>
        </p:blipFill>
        <p:spPr>
          <a:xfrm>
            <a:off x="10237705" y="1678976"/>
            <a:ext cx="1820883" cy="1817826"/>
          </a:xfrm>
          <a:prstGeom prst="ellipse">
            <a:avLst/>
          </a:prstGeom>
        </p:spPr>
      </p:pic>
      <p:pic>
        <p:nvPicPr>
          <p:cNvPr id="6" name="Picture 5">
            <a:extLst>
              <a:ext uri="{FF2B5EF4-FFF2-40B4-BE49-F238E27FC236}">
                <a16:creationId xmlns:a16="http://schemas.microsoft.com/office/drawing/2014/main" id="{DD3B8F45-F48F-477B-AE5B-C6CBF8061328}"/>
              </a:ext>
            </a:extLst>
          </p:cNvPr>
          <p:cNvPicPr>
            <a:picLocks noChangeAspect="1"/>
          </p:cNvPicPr>
          <p:nvPr/>
        </p:nvPicPr>
        <p:blipFill>
          <a:blip r:embed="rId10">
            <a:extLst>
              <a:ext uri="{28A0092B-C50C-407E-A947-70E740481C1C}">
                <a14:useLocalDpi xmlns:a14="http://schemas.microsoft.com/office/drawing/2010/main" val="0"/>
              </a:ext>
            </a:extLst>
          </a:blip>
          <a:srcRect t="181" b="181"/>
          <a:stretch/>
        </p:blipFill>
        <p:spPr>
          <a:xfrm>
            <a:off x="12651465" y="1678976"/>
            <a:ext cx="1820883" cy="1814287"/>
          </a:xfrm>
          <a:prstGeom prst="ellipse">
            <a:avLst/>
          </a:prstGeom>
        </p:spPr>
      </p:pic>
      <p:sp>
        <p:nvSpPr>
          <p:cNvPr id="7" name="TextBox 6">
            <a:extLst>
              <a:ext uri="{FF2B5EF4-FFF2-40B4-BE49-F238E27FC236}">
                <a16:creationId xmlns:a16="http://schemas.microsoft.com/office/drawing/2014/main" id="{5ACF30AF-AF43-4AA8-8123-82B4D83D41EF}"/>
              </a:ext>
            </a:extLst>
          </p:cNvPr>
          <p:cNvSpPr txBox="1"/>
          <p:nvPr/>
        </p:nvSpPr>
        <p:spPr>
          <a:xfrm>
            <a:off x="5939543" y="1019683"/>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F5F6FA"/>
                </a:solidFill>
                <a:effectLst/>
                <a:uLnTx/>
                <a:uFillTx/>
                <a:latin typeface="Segoe UI Semibold"/>
                <a:ea typeface="+mn-ea"/>
                <a:cs typeface="+mn-cs"/>
              </a:rPr>
              <a:t>2</a:t>
            </a:r>
          </a:p>
        </p:txBody>
      </p:sp>
      <p:sp>
        <p:nvSpPr>
          <p:cNvPr id="8" name="TextBox 7">
            <a:extLst>
              <a:ext uri="{FF2B5EF4-FFF2-40B4-BE49-F238E27FC236}">
                <a16:creationId xmlns:a16="http://schemas.microsoft.com/office/drawing/2014/main" id="{A6F98398-D37C-48F7-AFB4-61414B26E841}"/>
              </a:ext>
            </a:extLst>
          </p:cNvPr>
          <p:cNvSpPr txBox="1"/>
          <p:nvPr/>
        </p:nvSpPr>
        <p:spPr>
          <a:xfrm>
            <a:off x="8792732" y="1019683"/>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1</a:t>
            </a:r>
          </a:p>
        </p:txBody>
      </p:sp>
      <p:sp>
        <p:nvSpPr>
          <p:cNvPr id="9" name="TextBox 8">
            <a:extLst>
              <a:ext uri="{FF2B5EF4-FFF2-40B4-BE49-F238E27FC236}">
                <a16:creationId xmlns:a16="http://schemas.microsoft.com/office/drawing/2014/main" id="{08049B4D-14D3-4EBB-B0AD-A4BE4C136E58}"/>
              </a:ext>
            </a:extLst>
          </p:cNvPr>
          <p:cNvSpPr txBox="1"/>
          <p:nvPr/>
        </p:nvSpPr>
        <p:spPr>
          <a:xfrm>
            <a:off x="10987884" y="1019683"/>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10" name="TextBox 9">
            <a:extLst>
              <a:ext uri="{FF2B5EF4-FFF2-40B4-BE49-F238E27FC236}">
                <a16:creationId xmlns:a16="http://schemas.microsoft.com/office/drawing/2014/main" id="{2D955090-E87B-41DF-B5F9-2F676D0D45F4}"/>
              </a:ext>
            </a:extLst>
          </p:cNvPr>
          <p:cNvSpPr txBox="1"/>
          <p:nvPr/>
        </p:nvSpPr>
        <p:spPr>
          <a:xfrm>
            <a:off x="888801" y="1019683"/>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11" name="TextBox 10">
            <a:extLst>
              <a:ext uri="{FF2B5EF4-FFF2-40B4-BE49-F238E27FC236}">
                <a16:creationId xmlns:a16="http://schemas.microsoft.com/office/drawing/2014/main" id="{4BC37501-9DA4-432E-82D4-DD267AC62F06}"/>
              </a:ext>
            </a:extLst>
          </p:cNvPr>
          <p:cNvSpPr txBox="1"/>
          <p:nvPr/>
        </p:nvSpPr>
        <p:spPr>
          <a:xfrm>
            <a:off x="3103991" y="1019683"/>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3</a:t>
            </a:r>
          </a:p>
        </p:txBody>
      </p:sp>
      <p:pic>
        <p:nvPicPr>
          <p:cNvPr id="15" name="Picture 14">
            <a:extLst>
              <a:ext uri="{FF2B5EF4-FFF2-40B4-BE49-F238E27FC236}">
                <a16:creationId xmlns:a16="http://schemas.microsoft.com/office/drawing/2014/main" id="{E88D66F3-16CE-41D7-BF73-45414DBAB92D}"/>
              </a:ext>
            </a:extLst>
          </p:cNvPr>
          <p:cNvPicPr>
            <a:picLocks noChangeAspect="1"/>
          </p:cNvPicPr>
          <p:nvPr/>
        </p:nvPicPr>
        <p:blipFill>
          <a:blip r:embed="rId12">
            <a:extLst>
              <a:ext uri="{28A0092B-C50C-407E-A947-70E740481C1C}">
                <a14:useLocalDpi xmlns:a14="http://schemas.microsoft.com/office/drawing/2010/main" val="0"/>
              </a:ext>
            </a:extLst>
          </a:blip>
          <a:srcRect t="84" b="84"/>
          <a:stretch/>
        </p:blipFill>
        <p:spPr>
          <a:xfrm>
            <a:off x="-2073217" y="1678976"/>
            <a:ext cx="1820883" cy="1817826"/>
          </a:xfrm>
          <a:prstGeom prst="ellipse">
            <a:avLst/>
          </a:prstGeom>
        </p:spPr>
      </p:pic>
      <p:pic>
        <p:nvPicPr>
          <p:cNvPr id="16" name="Picture 15">
            <a:extLst>
              <a:ext uri="{FF2B5EF4-FFF2-40B4-BE49-F238E27FC236}">
                <a16:creationId xmlns:a16="http://schemas.microsoft.com/office/drawing/2014/main" id="{3CB5E58F-764B-41E9-B2BA-D2E48A412F6D}"/>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14943431" y="1678976"/>
            <a:ext cx="1820883" cy="1814287"/>
          </a:xfrm>
          <a:prstGeom prst="ellipse">
            <a:avLst/>
          </a:prstGeom>
        </p:spPr>
      </p:pic>
      <p:sp>
        <p:nvSpPr>
          <p:cNvPr id="18" name="TextBox 17">
            <a:extLst>
              <a:ext uri="{FF2B5EF4-FFF2-40B4-BE49-F238E27FC236}">
                <a16:creationId xmlns:a16="http://schemas.microsoft.com/office/drawing/2014/main" id="{78C60FF7-E22A-4382-B3B4-E1CE88AE15D7}"/>
              </a:ext>
            </a:extLst>
          </p:cNvPr>
          <p:cNvSpPr txBox="1"/>
          <p:nvPr/>
        </p:nvSpPr>
        <p:spPr>
          <a:xfrm>
            <a:off x="-1319231" y="1019683"/>
            <a:ext cx="312906" cy="369332"/>
          </a:xfrm>
          <a:prstGeom prst="rect">
            <a:avLst/>
          </a:prstGeom>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19" name="TextBox 18">
            <a:extLst>
              <a:ext uri="{FF2B5EF4-FFF2-40B4-BE49-F238E27FC236}">
                <a16:creationId xmlns:a16="http://schemas.microsoft.com/office/drawing/2014/main" id="{0D216F81-8C1D-44D6-B3B4-365DE8E7C627}"/>
              </a:ext>
            </a:extLst>
          </p:cNvPr>
          <p:cNvSpPr txBox="1"/>
          <p:nvPr/>
        </p:nvSpPr>
        <p:spPr>
          <a:xfrm>
            <a:off x="13277445" y="1019683"/>
            <a:ext cx="317716" cy="369332"/>
          </a:xfrm>
          <a:prstGeom prst="rect">
            <a:avLst/>
          </a:prstGeom>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20" name="TextBox 19">
            <a:extLst>
              <a:ext uri="{FF2B5EF4-FFF2-40B4-BE49-F238E27FC236}">
                <a16:creationId xmlns:a16="http://schemas.microsoft.com/office/drawing/2014/main" id="{AF0785FF-7902-43F9-A347-ED88337D590D}"/>
              </a:ext>
            </a:extLst>
          </p:cNvPr>
          <p:cNvSpPr txBox="1"/>
          <p:nvPr/>
        </p:nvSpPr>
        <p:spPr>
          <a:xfrm>
            <a:off x="15804020" y="1019683"/>
            <a:ext cx="312906" cy="369332"/>
          </a:xfrm>
          <a:prstGeom prst="rect">
            <a:avLst/>
          </a:prstGeom>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22" name="TextBox 21">
            <a:extLst>
              <a:ext uri="{FF2B5EF4-FFF2-40B4-BE49-F238E27FC236}">
                <a16:creationId xmlns:a16="http://schemas.microsoft.com/office/drawing/2014/main" id="{9FDC5BB1-5B0C-4308-8AFF-23993C100742}"/>
              </a:ext>
            </a:extLst>
          </p:cNvPr>
          <p:cNvSpPr txBox="1"/>
          <p:nvPr/>
        </p:nvSpPr>
        <p:spPr>
          <a:xfrm>
            <a:off x="2644634" y="4975630"/>
            <a:ext cx="7215629" cy="830997"/>
          </a:xfrm>
          <a:prstGeom prst="rect">
            <a:avLst/>
          </a:prstGeom>
          <a:noFill/>
        </p:spPr>
        <p:txBody>
          <a:bodyPr wrap="none" numCol="1"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Milestone XProtect (Security and Monitoring Software)</a:t>
            </a:r>
          </a:p>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Honeywell BMS (Building Management System)</a:t>
            </a:r>
            <a:endParaRPr kumimoji="0" lang="id-ID"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endParaRPr>
          </a:p>
        </p:txBody>
      </p:sp>
    </p:spTree>
    <p:custDataLst>
      <p:tags r:id="rId2"/>
    </p:custDataLst>
    <p:extLst>
      <p:ext uri="{BB962C8B-B14F-4D97-AF65-F5344CB8AC3E}">
        <p14:creationId xmlns:p14="http://schemas.microsoft.com/office/powerpoint/2010/main" val="1006675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CB3C135-67F3-B0D7-A136-EC4626DF2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12"/>
            <a:ext cx="12192000" cy="6856375"/>
          </a:xfrm>
          <a:prstGeom prst="rect">
            <a:avLst/>
          </a:prstGeom>
        </p:spPr>
      </p:pic>
      <p:graphicFrame>
        <p:nvGraphicFramePr>
          <p:cNvPr id="13" name="Object 12" hidden="1">
            <a:extLst>
              <a:ext uri="{FF2B5EF4-FFF2-40B4-BE49-F238E27FC236}">
                <a16:creationId xmlns:a16="http://schemas.microsoft.com/office/drawing/2014/main" id="{543DB513-448B-4DA7-BCBE-3D3DD89E3616}"/>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4" name="think-cell Slide" r:id="rId6" imgW="344" imgH="344" progId="TCLayout.ActiveDocument.1">
                  <p:embed/>
                </p:oleObj>
              </mc:Choice>
              <mc:Fallback>
                <p:oleObj name="think-cell Slide" r:id="rId6" imgW="344" imgH="344" progId="TCLayout.ActiveDocument.1">
                  <p:embed/>
                  <p:pic>
                    <p:nvPicPr>
                      <p:cNvPr id="13" name="Object 12" hidden="1">
                        <a:extLst>
                          <a:ext uri="{FF2B5EF4-FFF2-40B4-BE49-F238E27FC236}">
                            <a16:creationId xmlns:a16="http://schemas.microsoft.com/office/drawing/2014/main" id="{543DB513-448B-4DA7-BCBE-3D3DD89E36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
            <a:extLst>
              <a:ext uri="{FF2B5EF4-FFF2-40B4-BE49-F238E27FC236}">
                <a16:creationId xmlns:a16="http://schemas.microsoft.com/office/drawing/2014/main" id="{4D06B833-7418-4F7D-B579-4AAFCAB02F69}"/>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4558088" y="1678974"/>
            <a:ext cx="3080931" cy="3069770"/>
          </a:xfrm>
          <a:prstGeom prst="ellipse">
            <a:avLst/>
          </a:prstGeom>
        </p:spPr>
      </p:pic>
      <p:pic>
        <p:nvPicPr>
          <p:cNvPr id="17" name="Picture 16">
            <a:extLst>
              <a:ext uri="{FF2B5EF4-FFF2-40B4-BE49-F238E27FC236}">
                <a16:creationId xmlns:a16="http://schemas.microsoft.com/office/drawing/2014/main" id="{07EA9EB2-30F5-419F-B632-9661D2AEA1FA}"/>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2138481" y="1678974"/>
            <a:ext cx="2239563" cy="2231450"/>
          </a:xfrm>
          <a:prstGeom prst="ellipse">
            <a:avLst/>
          </a:prstGeom>
        </p:spPr>
      </p:pic>
      <p:pic>
        <p:nvPicPr>
          <p:cNvPr id="15" name="Picture 14">
            <a:extLst>
              <a:ext uri="{FF2B5EF4-FFF2-40B4-BE49-F238E27FC236}">
                <a16:creationId xmlns:a16="http://schemas.microsoft.com/office/drawing/2014/main" id="{E88D66F3-16CE-41D7-BF73-45414DBAB92D}"/>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137217" y="1678974"/>
            <a:ext cx="1820883" cy="1817826"/>
          </a:xfrm>
          <a:prstGeom prst="ellipse">
            <a:avLst/>
          </a:prstGeom>
        </p:spPr>
      </p:pic>
      <p:pic>
        <p:nvPicPr>
          <p:cNvPr id="3" name="Picture 2">
            <a:extLst>
              <a:ext uri="{FF2B5EF4-FFF2-40B4-BE49-F238E27FC236}">
                <a16:creationId xmlns:a16="http://schemas.microsoft.com/office/drawing/2014/main" id="{C3A6926B-5BC4-4592-80B9-1852F9342B10}"/>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7819063" y="1678974"/>
            <a:ext cx="2235201" cy="2231450"/>
          </a:xfrm>
          <a:prstGeom prst="ellipse">
            <a:avLst/>
          </a:prstGeom>
        </p:spPr>
      </p:pic>
      <p:pic>
        <p:nvPicPr>
          <p:cNvPr id="2" name="Picture 1">
            <a:extLst>
              <a:ext uri="{FF2B5EF4-FFF2-40B4-BE49-F238E27FC236}">
                <a16:creationId xmlns:a16="http://schemas.microsoft.com/office/drawing/2014/main" id="{815A9C6E-5DCB-4164-A02A-B7DEA9BBBCA5}"/>
              </a:ext>
            </a:extLst>
          </p:cNvPr>
          <p:cNvPicPr>
            <a:picLocks noChangeAspect="1"/>
          </p:cNvPicPr>
          <p:nvPr/>
        </p:nvPicPr>
        <p:blipFill>
          <a:blip r:embed="rId12">
            <a:extLst>
              <a:ext uri="{28A0092B-C50C-407E-A947-70E740481C1C}">
                <a14:useLocalDpi xmlns:a14="http://schemas.microsoft.com/office/drawing/2010/main" val="0"/>
              </a:ext>
            </a:extLst>
          </a:blip>
          <a:srcRect l="55" r="55"/>
          <a:stretch/>
        </p:blipFill>
        <p:spPr>
          <a:xfrm>
            <a:off x="10231179" y="1678975"/>
            <a:ext cx="1820883" cy="1822871"/>
          </a:xfrm>
          <a:prstGeom prst="ellipse">
            <a:avLst/>
          </a:prstGeom>
        </p:spPr>
      </p:pic>
      <p:pic>
        <p:nvPicPr>
          <p:cNvPr id="4" name="Picture 3">
            <a:extLst>
              <a:ext uri="{FF2B5EF4-FFF2-40B4-BE49-F238E27FC236}">
                <a16:creationId xmlns:a16="http://schemas.microsoft.com/office/drawing/2014/main" id="{7817EC9C-7D9F-4601-9EFA-68186FA373C0}"/>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12591530" y="1678974"/>
            <a:ext cx="1820883" cy="1817826"/>
          </a:xfrm>
          <a:prstGeom prst="ellipse">
            <a:avLst/>
          </a:prstGeom>
        </p:spPr>
      </p:pic>
      <p:pic>
        <p:nvPicPr>
          <p:cNvPr id="6" name="Picture 5">
            <a:extLst>
              <a:ext uri="{FF2B5EF4-FFF2-40B4-BE49-F238E27FC236}">
                <a16:creationId xmlns:a16="http://schemas.microsoft.com/office/drawing/2014/main" id="{DD3B8F45-F48F-477B-AE5B-C6CBF8061328}"/>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15005290" y="1678974"/>
            <a:ext cx="1820883" cy="1814287"/>
          </a:xfrm>
          <a:prstGeom prst="ellipse">
            <a:avLst/>
          </a:prstGeom>
        </p:spPr>
      </p:pic>
      <p:sp>
        <p:nvSpPr>
          <p:cNvPr id="7" name="TextBox 6">
            <a:extLst>
              <a:ext uri="{FF2B5EF4-FFF2-40B4-BE49-F238E27FC236}">
                <a16:creationId xmlns:a16="http://schemas.microsoft.com/office/drawing/2014/main" id="{5ACF30AF-AF43-4AA8-8123-82B4D83D41EF}"/>
              </a:ext>
            </a:extLst>
          </p:cNvPr>
          <p:cNvSpPr txBox="1"/>
          <p:nvPr/>
        </p:nvSpPr>
        <p:spPr>
          <a:xfrm>
            <a:off x="5939543" y="1019681"/>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F5F6FA"/>
                </a:solidFill>
                <a:effectLst/>
                <a:uLnTx/>
                <a:uFillTx/>
                <a:latin typeface="Segoe UI Semibold"/>
                <a:ea typeface="+mn-ea"/>
                <a:cs typeface="+mn-cs"/>
              </a:rPr>
              <a:t>3</a:t>
            </a:r>
          </a:p>
        </p:txBody>
      </p:sp>
      <p:sp>
        <p:nvSpPr>
          <p:cNvPr id="8" name="TextBox 7">
            <a:extLst>
              <a:ext uri="{FF2B5EF4-FFF2-40B4-BE49-F238E27FC236}">
                <a16:creationId xmlns:a16="http://schemas.microsoft.com/office/drawing/2014/main" id="{A6F98398-D37C-48F7-AFB4-61414B26E841}"/>
              </a:ext>
            </a:extLst>
          </p:cNvPr>
          <p:cNvSpPr txBox="1"/>
          <p:nvPr/>
        </p:nvSpPr>
        <p:spPr>
          <a:xfrm>
            <a:off x="8775099" y="1019681"/>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2</a:t>
            </a:r>
          </a:p>
        </p:txBody>
      </p:sp>
      <p:sp>
        <p:nvSpPr>
          <p:cNvPr id="9" name="TextBox 8">
            <a:extLst>
              <a:ext uri="{FF2B5EF4-FFF2-40B4-BE49-F238E27FC236}">
                <a16:creationId xmlns:a16="http://schemas.microsoft.com/office/drawing/2014/main" id="{08049B4D-14D3-4EBB-B0AD-A4BE4C136E58}"/>
              </a:ext>
            </a:extLst>
          </p:cNvPr>
          <p:cNvSpPr txBox="1"/>
          <p:nvPr/>
        </p:nvSpPr>
        <p:spPr>
          <a:xfrm>
            <a:off x="11005517" y="1019681"/>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1</a:t>
            </a:r>
          </a:p>
        </p:txBody>
      </p:sp>
      <p:sp>
        <p:nvSpPr>
          <p:cNvPr id="10" name="TextBox 9">
            <a:extLst>
              <a:ext uri="{FF2B5EF4-FFF2-40B4-BE49-F238E27FC236}">
                <a16:creationId xmlns:a16="http://schemas.microsoft.com/office/drawing/2014/main" id="{2D955090-E87B-41DF-B5F9-2F676D0D45F4}"/>
              </a:ext>
            </a:extLst>
          </p:cNvPr>
          <p:cNvSpPr txBox="1"/>
          <p:nvPr/>
        </p:nvSpPr>
        <p:spPr>
          <a:xfrm>
            <a:off x="891206" y="1019681"/>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11" name="TextBox 10">
            <a:extLst>
              <a:ext uri="{FF2B5EF4-FFF2-40B4-BE49-F238E27FC236}">
                <a16:creationId xmlns:a16="http://schemas.microsoft.com/office/drawing/2014/main" id="{4BC37501-9DA4-432E-82D4-DD267AC62F06}"/>
              </a:ext>
            </a:extLst>
          </p:cNvPr>
          <p:cNvSpPr txBox="1"/>
          <p:nvPr/>
        </p:nvSpPr>
        <p:spPr>
          <a:xfrm>
            <a:off x="3101586" y="1019681"/>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4</a:t>
            </a:r>
          </a:p>
        </p:txBody>
      </p:sp>
      <p:pic>
        <p:nvPicPr>
          <p:cNvPr id="14" name="Picture 13">
            <a:extLst>
              <a:ext uri="{FF2B5EF4-FFF2-40B4-BE49-F238E27FC236}">
                <a16:creationId xmlns:a16="http://schemas.microsoft.com/office/drawing/2014/main" id="{C35DBAE0-B30D-426D-98DC-B5C20F488911}"/>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4528159" y="1669179"/>
            <a:ext cx="1820883" cy="1817827"/>
          </a:xfrm>
          <a:prstGeom prst="ellipse">
            <a:avLst/>
          </a:prstGeom>
        </p:spPr>
      </p:pic>
      <p:pic>
        <p:nvPicPr>
          <p:cNvPr id="16" name="Picture 15">
            <a:extLst>
              <a:ext uri="{FF2B5EF4-FFF2-40B4-BE49-F238E27FC236}">
                <a16:creationId xmlns:a16="http://schemas.microsoft.com/office/drawing/2014/main" id="{3CB5E58F-764B-41E9-B2BA-D2E48A412F6D}"/>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17297256" y="1678974"/>
            <a:ext cx="1820883" cy="1814287"/>
          </a:xfrm>
          <a:prstGeom prst="ellipse">
            <a:avLst/>
          </a:prstGeom>
        </p:spPr>
      </p:pic>
      <p:sp>
        <p:nvSpPr>
          <p:cNvPr id="19" name="TextBox 18">
            <a:extLst>
              <a:ext uri="{FF2B5EF4-FFF2-40B4-BE49-F238E27FC236}">
                <a16:creationId xmlns:a16="http://schemas.microsoft.com/office/drawing/2014/main" id="{0D216F81-8C1D-44D6-B3B4-365DE8E7C627}"/>
              </a:ext>
            </a:extLst>
          </p:cNvPr>
          <p:cNvSpPr txBox="1"/>
          <p:nvPr/>
        </p:nvSpPr>
        <p:spPr>
          <a:xfrm>
            <a:off x="15631270" y="1019681"/>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20" name="TextBox 19">
            <a:extLst>
              <a:ext uri="{FF2B5EF4-FFF2-40B4-BE49-F238E27FC236}">
                <a16:creationId xmlns:a16="http://schemas.microsoft.com/office/drawing/2014/main" id="{AF0785FF-7902-43F9-A347-ED88337D590D}"/>
              </a:ext>
            </a:extLst>
          </p:cNvPr>
          <p:cNvSpPr txBox="1"/>
          <p:nvPr/>
        </p:nvSpPr>
        <p:spPr>
          <a:xfrm>
            <a:off x="18157845" y="1019681"/>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21" name="TextBox 20">
            <a:extLst>
              <a:ext uri="{FF2B5EF4-FFF2-40B4-BE49-F238E27FC236}">
                <a16:creationId xmlns:a16="http://schemas.microsoft.com/office/drawing/2014/main" id="{54352017-B16F-4C36-816A-E37B5F145342}"/>
              </a:ext>
            </a:extLst>
          </p:cNvPr>
          <p:cNvSpPr txBox="1"/>
          <p:nvPr/>
        </p:nvSpPr>
        <p:spPr>
          <a:xfrm>
            <a:off x="-3763033" y="1018470"/>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22" name="TextBox 21">
            <a:extLst>
              <a:ext uri="{FF2B5EF4-FFF2-40B4-BE49-F238E27FC236}">
                <a16:creationId xmlns:a16="http://schemas.microsoft.com/office/drawing/2014/main" id="{93BDE69D-DFB6-48BB-8ACC-6287EE374207}"/>
              </a:ext>
            </a:extLst>
          </p:cNvPr>
          <p:cNvSpPr txBox="1"/>
          <p:nvPr/>
        </p:nvSpPr>
        <p:spPr>
          <a:xfrm>
            <a:off x="13341329" y="1019681"/>
            <a:ext cx="31290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pic>
        <p:nvPicPr>
          <p:cNvPr id="24" name="Picture 23">
            <a:extLst>
              <a:ext uri="{FF2B5EF4-FFF2-40B4-BE49-F238E27FC236}">
                <a16:creationId xmlns:a16="http://schemas.microsoft.com/office/drawing/2014/main" id="{A62C6ECF-0799-4B21-B492-522EE2F33D60}"/>
              </a:ext>
            </a:extLst>
          </p:cNvPr>
          <p:cNvPicPr>
            <a:picLocks noChangeAspect="1"/>
          </p:cNvPicPr>
          <p:nvPr/>
        </p:nvPicPr>
        <p:blipFill>
          <a:blip r:embed="rId12">
            <a:extLst>
              <a:ext uri="{28A0092B-C50C-407E-A947-70E740481C1C}">
                <a14:useLocalDpi xmlns:a14="http://schemas.microsoft.com/office/drawing/2010/main" val="0"/>
              </a:ext>
            </a:extLst>
          </a:blip>
          <a:srcRect l="55" r="55"/>
          <a:stretch/>
        </p:blipFill>
        <p:spPr>
          <a:xfrm>
            <a:off x="-2183196" y="1670390"/>
            <a:ext cx="1820883" cy="1822871"/>
          </a:xfrm>
          <a:prstGeom prst="ellipse">
            <a:avLst/>
          </a:prstGeom>
        </p:spPr>
      </p:pic>
      <p:sp>
        <p:nvSpPr>
          <p:cNvPr id="25" name="TextBox 24">
            <a:extLst>
              <a:ext uri="{FF2B5EF4-FFF2-40B4-BE49-F238E27FC236}">
                <a16:creationId xmlns:a16="http://schemas.microsoft.com/office/drawing/2014/main" id="{934B46C0-8225-4A16-8AF9-A9FE33657EFD}"/>
              </a:ext>
            </a:extLst>
          </p:cNvPr>
          <p:cNvSpPr txBox="1"/>
          <p:nvPr/>
        </p:nvSpPr>
        <p:spPr>
          <a:xfrm>
            <a:off x="-1408858" y="1011096"/>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1</a:t>
            </a:r>
          </a:p>
        </p:txBody>
      </p:sp>
      <p:sp>
        <p:nvSpPr>
          <p:cNvPr id="26" name="TextBox 25">
            <a:extLst>
              <a:ext uri="{FF2B5EF4-FFF2-40B4-BE49-F238E27FC236}">
                <a16:creationId xmlns:a16="http://schemas.microsoft.com/office/drawing/2014/main" id="{3183DA83-ADCA-439C-BE59-B98725832861}"/>
              </a:ext>
            </a:extLst>
          </p:cNvPr>
          <p:cNvSpPr txBox="1"/>
          <p:nvPr/>
        </p:nvSpPr>
        <p:spPr>
          <a:xfrm>
            <a:off x="2536977" y="4975630"/>
            <a:ext cx="7430944" cy="830997"/>
          </a:xfrm>
          <a:prstGeom prst="rect">
            <a:avLst/>
          </a:prstGeom>
          <a:noFill/>
        </p:spPr>
        <p:txBody>
          <a:bodyPr wrap="none" numCol="1"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err="1">
                <a:ln>
                  <a:noFill/>
                </a:ln>
                <a:solidFill>
                  <a:srgbClr val="FFFFFF"/>
                </a:solidFill>
                <a:effectLst/>
                <a:uLnTx/>
                <a:uFillTx/>
                <a:latin typeface="Pineapple Days"/>
                <a:ea typeface="Playfair Display"/>
                <a:cs typeface="Playfair Display"/>
                <a:sym typeface="Playfair Display"/>
              </a:rPr>
              <a:t>PaperCut</a:t>
            </a: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 (Printing Management Software)</a:t>
            </a:r>
          </a:p>
          <a:p>
            <a:pPr marR="0" lvl="0" algn="ctr" defTabSz="914400" rtl="0" eaLnBrk="1" fontAlgn="auto" latinLnBrk="0" hangingPunct="1">
              <a:lnSpc>
                <a:spcPct val="100000"/>
              </a:lnSpc>
              <a:spcBef>
                <a:spcPts val="0"/>
              </a:spcBef>
              <a:spcAft>
                <a:spcPts val="0"/>
              </a:spcAft>
              <a:buClrTx/>
              <a:buSzTx/>
              <a:tabLst/>
              <a:defRPr/>
            </a:pPr>
            <a:r>
              <a:rPr kumimoji="0" lang="id-ID"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Asset Panda (Admin &amp; Inventory Management Software)</a:t>
            </a:r>
          </a:p>
        </p:txBody>
      </p:sp>
    </p:spTree>
    <p:custDataLst>
      <p:tags r:id="rId2"/>
    </p:custDataLst>
    <p:extLst>
      <p:ext uri="{BB962C8B-B14F-4D97-AF65-F5344CB8AC3E}">
        <p14:creationId xmlns:p14="http://schemas.microsoft.com/office/powerpoint/2010/main" val="20545194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7A1085D-7DB0-C8AF-813C-F2294B62C6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 y="0"/>
            <a:ext cx="12188292" cy="6854290"/>
          </a:xfrm>
          <a:prstGeom prst="rect">
            <a:avLst/>
          </a:prstGeom>
        </p:spPr>
      </p:pic>
      <p:graphicFrame>
        <p:nvGraphicFramePr>
          <p:cNvPr id="13" name="Object 12" hidden="1">
            <a:extLst>
              <a:ext uri="{FF2B5EF4-FFF2-40B4-BE49-F238E27FC236}">
                <a16:creationId xmlns:a16="http://schemas.microsoft.com/office/drawing/2014/main" id="{543DB513-448B-4DA7-BCBE-3D3DD89E3616}"/>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8" name="think-cell Slide" r:id="rId6" imgW="344" imgH="344" progId="TCLayout.ActiveDocument.1">
                  <p:embed/>
                </p:oleObj>
              </mc:Choice>
              <mc:Fallback>
                <p:oleObj name="think-cell Slide" r:id="rId6" imgW="344" imgH="344" progId="TCLayout.ActiveDocument.1">
                  <p:embed/>
                  <p:pic>
                    <p:nvPicPr>
                      <p:cNvPr id="13" name="Object 12" hidden="1">
                        <a:extLst>
                          <a:ext uri="{FF2B5EF4-FFF2-40B4-BE49-F238E27FC236}">
                            <a16:creationId xmlns:a16="http://schemas.microsoft.com/office/drawing/2014/main" id="{543DB513-448B-4DA7-BCBE-3D3DD89E36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
            <a:extLst>
              <a:ext uri="{FF2B5EF4-FFF2-40B4-BE49-F238E27FC236}">
                <a16:creationId xmlns:a16="http://schemas.microsoft.com/office/drawing/2014/main" id="{4D06B833-7418-4F7D-B579-4AAFCAB02F69}"/>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7815443" y="1678976"/>
            <a:ext cx="2240115" cy="2232000"/>
          </a:xfrm>
          <a:prstGeom prst="ellipse">
            <a:avLst/>
          </a:prstGeom>
        </p:spPr>
      </p:pic>
      <p:pic>
        <p:nvPicPr>
          <p:cNvPr id="17" name="Picture 16">
            <a:extLst>
              <a:ext uri="{FF2B5EF4-FFF2-40B4-BE49-F238E27FC236}">
                <a16:creationId xmlns:a16="http://schemas.microsoft.com/office/drawing/2014/main" id="{07EA9EB2-30F5-419F-B632-9661D2AEA1FA}"/>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4564277" y="1678976"/>
            <a:ext cx="3081965" cy="3070800"/>
          </a:xfrm>
          <a:prstGeom prst="ellipse">
            <a:avLst/>
          </a:prstGeom>
        </p:spPr>
      </p:pic>
      <p:pic>
        <p:nvPicPr>
          <p:cNvPr id="15" name="Picture 14">
            <a:extLst>
              <a:ext uri="{FF2B5EF4-FFF2-40B4-BE49-F238E27FC236}">
                <a16:creationId xmlns:a16="http://schemas.microsoft.com/office/drawing/2014/main" id="{E88D66F3-16CE-41D7-BF73-45414DBAB92D}"/>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2136442" y="1678976"/>
            <a:ext cx="2235759" cy="2232000"/>
          </a:xfrm>
          <a:prstGeom prst="ellipse">
            <a:avLst/>
          </a:prstGeom>
        </p:spPr>
      </p:pic>
      <p:pic>
        <p:nvPicPr>
          <p:cNvPr id="3" name="Picture 2">
            <a:extLst>
              <a:ext uri="{FF2B5EF4-FFF2-40B4-BE49-F238E27FC236}">
                <a16:creationId xmlns:a16="http://schemas.microsoft.com/office/drawing/2014/main" id="{C3A6926B-5BC4-4592-80B9-1852F9342B10}"/>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10231609" y="1684455"/>
            <a:ext cx="1824662" cy="1821600"/>
          </a:xfrm>
          <a:prstGeom prst="ellipse">
            <a:avLst/>
          </a:prstGeom>
        </p:spPr>
      </p:pic>
      <p:pic>
        <p:nvPicPr>
          <p:cNvPr id="2" name="Picture 1">
            <a:extLst>
              <a:ext uri="{FF2B5EF4-FFF2-40B4-BE49-F238E27FC236}">
                <a16:creationId xmlns:a16="http://schemas.microsoft.com/office/drawing/2014/main" id="{815A9C6E-5DCB-4164-A02A-B7DEA9BBBCA5}"/>
              </a:ext>
            </a:extLst>
          </p:cNvPr>
          <p:cNvPicPr>
            <a:picLocks noChangeAspect="1"/>
          </p:cNvPicPr>
          <p:nvPr/>
        </p:nvPicPr>
        <p:blipFill>
          <a:blip r:embed="rId12">
            <a:extLst>
              <a:ext uri="{28A0092B-C50C-407E-A947-70E740481C1C}">
                <a14:useLocalDpi xmlns:a14="http://schemas.microsoft.com/office/drawing/2010/main" val="0"/>
              </a:ext>
            </a:extLst>
          </a:blip>
          <a:srcRect l="55" r="55"/>
          <a:stretch/>
        </p:blipFill>
        <p:spPr>
          <a:xfrm>
            <a:off x="135729" y="1683818"/>
            <a:ext cx="1820883" cy="1822871"/>
          </a:xfrm>
          <a:prstGeom prst="ellipse">
            <a:avLst/>
          </a:prstGeom>
        </p:spPr>
      </p:pic>
      <p:pic>
        <p:nvPicPr>
          <p:cNvPr id="4" name="Picture 3">
            <a:extLst>
              <a:ext uri="{FF2B5EF4-FFF2-40B4-BE49-F238E27FC236}">
                <a16:creationId xmlns:a16="http://schemas.microsoft.com/office/drawing/2014/main" id="{7817EC9C-7D9F-4601-9EFA-68186FA373C0}"/>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15051524" y="1676279"/>
            <a:ext cx="1820883" cy="1817826"/>
          </a:xfrm>
          <a:prstGeom prst="ellipse">
            <a:avLst/>
          </a:prstGeom>
        </p:spPr>
      </p:pic>
      <p:pic>
        <p:nvPicPr>
          <p:cNvPr id="6" name="Picture 5">
            <a:extLst>
              <a:ext uri="{FF2B5EF4-FFF2-40B4-BE49-F238E27FC236}">
                <a16:creationId xmlns:a16="http://schemas.microsoft.com/office/drawing/2014/main" id="{DD3B8F45-F48F-477B-AE5B-C6CBF8061328}"/>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17562714" y="1678976"/>
            <a:ext cx="1820883" cy="1814287"/>
          </a:xfrm>
          <a:prstGeom prst="ellipse">
            <a:avLst/>
          </a:prstGeom>
        </p:spPr>
      </p:pic>
      <p:sp>
        <p:nvSpPr>
          <p:cNvPr id="7" name="TextBox 6">
            <a:extLst>
              <a:ext uri="{FF2B5EF4-FFF2-40B4-BE49-F238E27FC236}">
                <a16:creationId xmlns:a16="http://schemas.microsoft.com/office/drawing/2014/main" id="{5ACF30AF-AF43-4AA8-8123-82B4D83D41EF}"/>
              </a:ext>
            </a:extLst>
          </p:cNvPr>
          <p:cNvSpPr txBox="1"/>
          <p:nvPr/>
        </p:nvSpPr>
        <p:spPr>
          <a:xfrm>
            <a:off x="5937138" y="1019683"/>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F5F6FA"/>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A6F98398-D37C-48F7-AFB4-61414B26E841}"/>
              </a:ext>
            </a:extLst>
          </p:cNvPr>
          <p:cNvSpPr txBox="1"/>
          <p:nvPr/>
        </p:nvSpPr>
        <p:spPr>
          <a:xfrm>
            <a:off x="8775098"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3</a:t>
            </a:r>
          </a:p>
        </p:txBody>
      </p:sp>
      <p:sp>
        <p:nvSpPr>
          <p:cNvPr id="9" name="TextBox 8">
            <a:extLst>
              <a:ext uri="{FF2B5EF4-FFF2-40B4-BE49-F238E27FC236}">
                <a16:creationId xmlns:a16="http://schemas.microsoft.com/office/drawing/2014/main" id="{08049B4D-14D3-4EBB-B0AD-A4BE4C136E58}"/>
              </a:ext>
            </a:extLst>
          </p:cNvPr>
          <p:cNvSpPr txBox="1"/>
          <p:nvPr/>
        </p:nvSpPr>
        <p:spPr>
          <a:xfrm>
            <a:off x="10987884"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10" name="TextBox 9">
            <a:extLst>
              <a:ext uri="{FF2B5EF4-FFF2-40B4-BE49-F238E27FC236}">
                <a16:creationId xmlns:a16="http://schemas.microsoft.com/office/drawing/2014/main" id="{2D955090-E87B-41DF-B5F9-2F676D0D45F4}"/>
              </a:ext>
            </a:extLst>
          </p:cNvPr>
          <p:cNvSpPr txBox="1"/>
          <p:nvPr/>
        </p:nvSpPr>
        <p:spPr>
          <a:xfrm>
            <a:off x="908839" y="1019683"/>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1</a:t>
            </a:r>
          </a:p>
        </p:txBody>
      </p:sp>
      <p:sp>
        <p:nvSpPr>
          <p:cNvPr id="11" name="TextBox 10">
            <a:extLst>
              <a:ext uri="{FF2B5EF4-FFF2-40B4-BE49-F238E27FC236}">
                <a16:creationId xmlns:a16="http://schemas.microsoft.com/office/drawing/2014/main" id="{4BC37501-9DA4-432E-82D4-DD267AC62F06}"/>
              </a:ext>
            </a:extLst>
          </p:cNvPr>
          <p:cNvSpPr txBox="1"/>
          <p:nvPr/>
        </p:nvSpPr>
        <p:spPr>
          <a:xfrm>
            <a:off x="3103990"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5</a:t>
            </a:r>
          </a:p>
        </p:txBody>
      </p:sp>
      <p:pic>
        <p:nvPicPr>
          <p:cNvPr id="16" name="Picture 15">
            <a:extLst>
              <a:ext uri="{FF2B5EF4-FFF2-40B4-BE49-F238E27FC236}">
                <a16:creationId xmlns:a16="http://schemas.microsoft.com/office/drawing/2014/main" id="{3CB5E58F-764B-41E9-B2BA-D2E48A412F6D}"/>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19809870" y="1678976"/>
            <a:ext cx="1820883" cy="1814287"/>
          </a:xfrm>
          <a:prstGeom prst="ellipse">
            <a:avLst/>
          </a:prstGeom>
        </p:spPr>
      </p:pic>
      <p:sp>
        <p:nvSpPr>
          <p:cNvPr id="19" name="TextBox 18">
            <a:extLst>
              <a:ext uri="{FF2B5EF4-FFF2-40B4-BE49-F238E27FC236}">
                <a16:creationId xmlns:a16="http://schemas.microsoft.com/office/drawing/2014/main" id="{0D216F81-8C1D-44D6-B3B4-365DE8E7C627}"/>
              </a:ext>
            </a:extLst>
          </p:cNvPr>
          <p:cNvSpPr txBox="1"/>
          <p:nvPr/>
        </p:nvSpPr>
        <p:spPr>
          <a:xfrm>
            <a:off x="15633674"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20" name="TextBox 19">
            <a:extLst>
              <a:ext uri="{FF2B5EF4-FFF2-40B4-BE49-F238E27FC236}">
                <a16:creationId xmlns:a16="http://schemas.microsoft.com/office/drawing/2014/main" id="{AF0785FF-7902-43F9-A347-ED88337D590D}"/>
              </a:ext>
            </a:extLst>
          </p:cNvPr>
          <p:cNvSpPr txBox="1"/>
          <p:nvPr/>
        </p:nvSpPr>
        <p:spPr>
          <a:xfrm>
            <a:off x="18155440" y="1019683"/>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21" name="TextBox 20">
            <a:extLst>
              <a:ext uri="{FF2B5EF4-FFF2-40B4-BE49-F238E27FC236}">
                <a16:creationId xmlns:a16="http://schemas.microsoft.com/office/drawing/2014/main" id="{54352017-B16F-4C36-816A-E37B5F145342}"/>
              </a:ext>
            </a:extLst>
          </p:cNvPr>
          <p:cNvSpPr txBox="1"/>
          <p:nvPr/>
        </p:nvSpPr>
        <p:spPr>
          <a:xfrm>
            <a:off x="20575410"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22" name="TextBox 21">
            <a:extLst>
              <a:ext uri="{FF2B5EF4-FFF2-40B4-BE49-F238E27FC236}">
                <a16:creationId xmlns:a16="http://schemas.microsoft.com/office/drawing/2014/main" id="{93BDE69D-DFB6-48BB-8ACC-6287EE374207}"/>
              </a:ext>
            </a:extLst>
          </p:cNvPr>
          <p:cNvSpPr txBox="1"/>
          <p:nvPr/>
        </p:nvSpPr>
        <p:spPr>
          <a:xfrm>
            <a:off x="13358962" y="1019683"/>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1</a:t>
            </a:r>
          </a:p>
        </p:txBody>
      </p:sp>
      <p:pic>
        <p:nvPicPr>
          <p:cNvPr id="50" name="Picture 49">
            <a:extLst>
              <a:ext uri="{FF2B5EF4-FFF2-40B4-BE49-F238E27FC236}">
                <a16:creationId xmlns:a16="http://schemas.microsoft.com/office/drawing/2014/main" id="{577B00A8-77B7-4F88-99F8-61FED18C1C13}"/>
              </a:ext>
            </a:extLst>
          </p:cNvPr>
          <p:cNvPicPr>
            <a:picLocks noChangeAspect="1"/>
          </p:cNvPicPr>
          <p:nvPr/>
        </p:nvPicPr>
        <p:blipFill>
          <a:blip r:embed="rId12">
            <a:extLst>
              <a:ext uri="{28A0092B-C50C-407E-A947-70E740481C1C}">
                <a14:useLocalDpi xmlns:a14="http://schemas.microsoft.com/office/drawing/2010/main" val="0"/>
              </a:ext>
            </a:extLst>
          </a:blip>
          <a:srcRect l="55" r="55"/>
          <a:stretch/>
        </p:blipFill>
        <p:spPr>
          <a:xfrm>
            <a:off x="12527354" y="1683818"/>
            <a:ext cx="1820883" cy="1822871"/>
          </a:xfrm>
          <a:prstGeom prst="ellipse">
            <a:avLst/>
          </a:prstGeom>
        </p:spPr>
      </p:pic>
      <p:pic>
        <p:nvPicPr>
          <p:cNvPr id="52" name="Picture 51">
            <a:extLst>
              <a:ext uri="{FF2B5EF4-FFF2-40B4-BE49-F238E27FC236}">
                <a16:creationId xmlns:a16="http://schemas.microsoft.com/office/drawing/2014/main" id="{6930EE7E-DBEF-42E6-84D0-508B5CB4B434}"/>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2205767" y="1684455"/>
            <a:ext cx="1824662" cy="1821600"/>
          </a:xfrm>
          <a:prstGeom prst="ellipse">
            <a:avLst/>
          </a:prstGeom>
        </p:spPr>
      </p:pic>
      <p:sp>
        <p:nvSpPr>
          <p:cNvPr id="53" name="TextBox 52">
            <a:extLst>
              <a:ext uri="{FF2B5EF4-FFF2-40B4-BE49-F238E27FC236}">
                <a16:creationId xmlns:a16="http://schemas.microsoft.com/office/drawing/2014/main" id="{9A7D2E4A-6C5C-4666-91A3-A807D4B65840}"/>
              </a:ext>
            </a:extLst>
          </p:cNvPr>
          <p:cNvSpPr txBox="1"/>
          <p:nvPr/>
        </p:nvSpPr>
        <p:spPr>
          <a:xfrm>
            <a:off x="-1449492" y="1019683"/>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26" name="TextBox 25">
            <a:extLst>
              <a:ext uri="{FF2B5EF4-FFF2-40B4-BE49-F238E27FC236}">
                <a16:creationId xmlns:a16="http://schemas.microsoft.com/office/drawing/2014/main" id="{255EA5D5-ABB3-4CEB-AABD-A745CD1DC54B}"/>
              </a:ext>
            </a:extLst>
          </p:cNvPr>
          <p:cNvSpPr txBox="1"/>
          <p:nvPr/>
        </p:nvSpPr>
        <p:spPr>
          <a:xfrm>
            <a:off x="2820259" y="4975630"/>
            <a:ext cx="6864379" cy="830997"/>
          </a:xfrm>
          <a:prstGeom prst="rect">
            <a:avLst/>
          </a:prstGeom>
          <a:noFill/>
        </p:spPr>
        <p:txBody>
          <a:bodyPr wrap="none" numCol="1"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HID Global (Access Control System)</a:t>
            </a:r>
          </a:p>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Acronis Backup (Backup and Data Security Software)</a:t>
            </a:r>
            <a:endParaRPr kumimoji="0" lang="id-ID"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endParaRPr>
          </a:p>
        </p:txBody>
      </p:sp>
    </p:spTree>
    <p:custDataLst>
      <p:tags r:id="rId2"/>
    </p:custDataLst>
    <p:extLst>
      <p:ext uri="{BB962C8B-B14F-4D97-AF65-F5344CB8AC3E}">
        <p14:creationId xmlns:p14="http://schemas.microsoft.com/office/powerpoint/2010/main" val="41926003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88D846AF-8902-4B96-7720-DD49CFC5B0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6375"/>
          </a:xfrm>
          <a:prstGeom prst="rect">
            <a:avLst/>
          </a:prstGeom>
        </p:spPr>
      </p:pic>
      <p:graphicFrame>
        <p:nvGraphicFramePr>
          <p:cNvPr id="13" name="Object 12" hidden="1">
            <a:extLst>
              <a:ext uri="{FF2B5EF4-FFF2-40B4-BE49-F238E27FC236}">
                <a16:creationId xmlns:a16="http://schemas.microsoft.com/office/drawing/2014/main" id="{543DB513-448B-4DA7-BCBE-3D3DD89E3616}"/>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22" name="think-cell Slide" r:id="rId6" imgW="344" imgH="344" progId="TCLayout.ActiveDocument.1">
                  <p:embed/>
                </p:oleObj>
              </mc:Choice>
              <mc:Fallback>
                <p:oleObj name="think-cell Slide" r:id="rId6" imgW="344" imgH="344" progId="TCLayout.ActiveDocument.1">
                  <p:embed/>
                  <p:pic>
                    <p:nvPicPr>
                      <p:cNvPr id="13" name="Object 12" hidden="1">
                        <a:extLst>
                          <a:ext uri="{FF2B5EF4-FFF2-40B4-BE49-F238E27FC236}">
                            <a16:creationId xmlns:a16="http://schemas.microsoft.com/office/drawing/2014/main" id="{543DB513-448B-4DA7-BCBE-3D3DD89E36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
            <a:extLst>
              <a:ext uri="{FF2B5EF4-FFF2-40B4-BE49-F238E27FC236}">
                <a16:creationId xmlns:a16="http://schemas.microsoft.com/office/drawing/2014/main" id="{4D06B833-7418-4F7D-B579-4AAFCAB02F69}"/>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4558088" y="1678975"/>
            <a:ext cx="3080931" cy="3069770"/>
          </a:xfrm>
          <a:prstGeom prst="ellipse">
            <a:avLst/>
          </a:prstGeom>
        </p:spPr>
      </p:pic>
      <p:pic>
        <p:nvPicPr>
          <p:cNvPr id="17" name="Picture 16">
            <a:extLst>
              <a:ext uri="{FF2B5EF4-FFF2-40B4-BE49-F238E27FC236}">
                <a16:creationId xmlns:a16="http://schemas.microsoft.com/office/drawing/2014/main" id="{07EA9EB2-30F5-419F-B632-9661D2AEA1FA}"/>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2138481" y="1678975"/>
            <a:ext cx="2239563" cy="2231450"/>
          </a:xfrm>
          <a:prstGeom prst="ellipse">
            <a:avLst/>
          </a:prstGeom>
        </p:spPr>
      </p:pic>
      <p:pic>
        <p:nvPicPr>
          <p:cNvPr id="15" name="Picture 14">
            <a:extLst>
              <a:ext uri="{FF2B5EF4-FFF2-40B4-BE49-F238E27FC236}">
                <a16:creationId xmlns:a16="http://schemas.microsoft.com/office/drawing/2014/main" id="{E88D66F3-16CE-41D7-BF73-45414DBAB92D}"/>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137217" y="1678975"/>
            <a:ext cx="1820883" cy="1817826"/>
          </a:xfrm>
          <a:prstGeom prst="ellipse">
            <a:avLst/>
          </a:prstGeom>
        </p:spPr>
      </p:pic>
      <p:pic>
        <p:nvPicPr>
          <p:cNvPr id="3" name="Picture 2">
            <a:extLst>
              <a:ext uri="{FF2B5EF4-FFF2-40B4-BE49-F238E27FC236}">
                <a16:creationId xmlns:a16="http://schemas.microsoft.com/office/drawing/2014/main" id="{C3A6926B-5BC4-4592-80B9-1852F9342B10}"/>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7818318" y="1678975"/>
            <a:ext cx="2235201" cy="2231450"/>
          </a:xfrm>
          <a:prstGeom prst="ellipse">
            <a:avLst/>
          </a:prstGeom>
        </p:spPr>
      </p:pic>
      <p:pic>
        <p:nvPicPr>
          <p:cNvPr id="2" name="Picture 1">
            <a:extLst>
              <a:ext uri="{FF2B5EF4-FFF2-40B4-BE49-F238E27FC236}">
                <a16:creationId xmlns:a16="http://schemas.microsoft.com/office/drawing/2014/main" id="{815A9C6E-5DCB-4164-A02A-B7DEA9BBBCA5}"/>
              </a:ext>
            </a:extLst>
          </p:cNvPr>
          <p:cNvPicPr>
            <a:picLocks noChangeAspect="1"/>
          </p:cNvPicPr>
          <p:nvPr/>
        </p:nvPicPr>
        <p:blipFill>
          <a:blip r:embed="rId12">
            <a:extLst>
              <a:ext uri="{28A0092B-C50C-407E-A947-70E740481C1C}">
                <a14:useLocalDpi xmlns:a14="http://schemas.microsoft.com/office/drawing/2010/main" val="0"/>
              </a:ext>
            </a:extLst>
          </a:blip>
          <a:srcRect l="55" r="55"/>
          <a:stretch/>
        </p:blipFill>
        <p:spPr>
          <a:xfrm>
            <a:off x="10231179" y="1678976"/>
            <a:ext cx="1820883" cy="1822871"/>
          </a:xfrm>
          <a:prstGeom prst="ellipse">
            <a:avLst/>
          </a:prstGeom>
        </p:spPr>
      </p:pic>
      <p:pic>
        <p:nvPicPr>
          <p:cNvPr id="4" name="Picture 3">
            <a:extLst>
              <a:ext uri="{FF2B5EF4-FFF2-40B4-BE49-F238E27FC236}">
                <a16:creationId xmlns:a16="http://schemas.microsoft.com/office/drawing/2014/main" id="{7817EC9C-7D9F-4601-9EFA-68186FA373C0}"/>
              </a:ext>
            </a:extLst>
          </p:cNvPr>
          <p:cNvPicPr>
            <a:picLocks noChangeAspect="1"/>
          </p:cNvPicPr>
          <p:nvPr/>
        </p:nvPicPr>
        <p:blipFill>
          <a:blip r:embed="rId10">
            <a:extLst>
              <a:ext uri="{28A0092B-C50C-407E-A947-70E740481C1C}">
                <a14:useLocalDpi xmlns:a14="http://schemas.microsoft.com/office/drawing/2010/main" val="0"/>
              </a:ext>
            </a:extLst>
          </a:blip>
          <a:srcRect t="84" b="84"/>
          <a:stretch/>
        </p:blipFill>
        <p:spPr>
          <a:xfrm>
            <a:off x="12591530" y="1678975"/>
            <a:ext cx="1820883" cy="1817826"/>
          </a:xfrm>
          <a:prstGeom prst="ellipse">
            <a:avLst/>
          </a:prstGeom>
        </p:spPr>
      </p:pic>
      <p:pic>
        <p:nvPicPr>
          <p:cNvPr id="6" name="Picture 5">
            <a:extLst>
              <a:ext uri="{FF2B5EF4-FFF2-40B4-BE49-F238E27FC236}">
                <a16:creationId xmlns:a16="http://schemas.microsoft.com/office/drawing/2014/main" id="{DD3B8F45-F48F-477B-AE5B-C6CBF8061328}"/>
              </a:ext>
            </a:extLst>
          </p:cNvPr>
          <p:cNvPicPr>
            <a:picLocks noChangeAspect="1"/>
          </p:cNvPicPr>
          <p:nvPr/>
        </p:nvPicPr>
        <p:blipFill>
          <a:blip r:embed="rId9">
            <a:extLst>
              <a:ext uri="{28A0092B-C50C-407E-A947-70E740481C1C}">
                <a14:useLocalDpi xmlns:a14="http://schemas.microsoft.com/office/drawing/2010/main" val="0"/>
              </a:ext>
            </a:extLst>
          </a:blip>
          <a:srcRect t="181" b="181"/>
          <a:stretch/>
        </p:blipFill>
        <p:spPr>
          <a:xfrm>
            <a:off x="15005290" y="1678975"/>
            <a:ext cx="1820883" cy="1814287"/>
          </a:xfrm>
          <a:prstGeom prst="ellipse">
            <a:avLst/>
          </a:prstGeom>
        </p:spPr>
      </p:pic>
      <p:sp>
        <p:nvSpPr>
          <p:cNvPr id="7" name="TextBox 6">
            <a:extLst>
              <a:ext uri="{FF2B5EF4-FFF2-40B4-BE49-F238E27FC236}">
                <a16:creationId xmlns:a16="http://schemas.microsoft.com/office/drawing/2014/main" id="{5ACF30AF-AF43-4AA8-8123-82B4D83D41EF}"/>
              </a:ext>
            </a:extLst>
          </p:cNvPr>
          <p:cNvSpPr txBox="1"/>
          <p:nvPr/>
        </p:nvSpPr>
        <p:spPr>
          <a:xfrm>
            <a:off x="5939542" y="1019682"/>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F5F6FA"/>
                </a:solidFill>
                <a:effectLst/>
                <a:uLnTx/>
                <a:uFillTx/>
                <a:latin typeface="Segoe UI Semibold"/>
                <a:ea typeface="+mn-ea"/>
                <a:cs typeface="+mn-cs"/>
              </a:rPr>
              <a:t>5</a:t>
            </a:r>
          </a:p>
        </p:txBody>
      </p:sp>
      <p:sp>
        <p:nvSpPr>
          <p:cNvPr id="8" name="TextBox 7">
            <a:extLst>
              <a:ext uri="{FF2B5EF4-FFF2-40B4-BE49-F238E27FC236}">
                <a16:creationId xmlns:a16="http://schemas.microsoft.com/office/drawing/2014/main" id="{A6F98398-D37C-48F7-AFB4-61414B26E841}"/>
              </a:ext>
            </a:extLst>
          </p:cNvPr>
          <p:cNvSpPr txBox="1"/>
          <p:nvPr/>
        </p:nvSpPr>
        <p:spPr>
          <a:xfrm>
            <a:off x="8772694" y="1019682"/>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4</a:t>
            </a:r>
          </a:p>
        </p:txBody>
      </p:sp>
      <p:sp>
        <p:nvSpPr>
          <p:cNvPr id="9" name="TextBox 8">
            <a:extLst>
              <a:ext uri="{FF2B5EF4-FFF2-40B4-BE49-F238E27FC236}">
                <a16:creationId xmlns:a16="http://schemas.microsoft.com/office/drawing/2014/main" id="{08049B4D-14D3-4EBB-B0AD-A4BE4C136E58}"/>
              </a:ext>
            </a:extLst>
          </p:cNvPr>
          <p:cNvSpPr txBox="1"/>
          <p:nvPr/>
        </p:nvSpPr>
        <p:spPr>
          <a:xfrm>
            <a:off x="10987884" y="1019682"/>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3</a:t>
            </a:r>
          </a:p>
        </p:txBody>
      </p:sp>
      <p:sp>
        <p:nvSpPr>
          <p:cNvPr id="10" name="TextBox 9">
            <a:extLst>
              <a:ext uri="{FF2B5EF4-FFF2-40B4-BE49-F238E27FC236}">
                <a16:creationId xmlns:a16="http://schemas.microsoft.com/office/drawing/2014/main" id="{2D955090-E87B-41DF-B5F9-2F676D0D45F4}"/>
              </a:ext>
            </a:extLst>
          </p:cNvPr>
          <p:cNvSpPr txBox="1"/>
          <p:nvPr/>
        </p:nvSpPr>
        <p:spPr>
          <a:xfrm>
            <a:off x="891205" y="1019682"/>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11" name="TextBox 10">
            <a:extLst>
              <a:ext uri="{FF2B5EF4-FFF2-40B4-BE49-F238E27FC236}">
                <a16:creationId xmlns:a16="http://schemas.microsoft.com/office/drawing/2014/main" id="{4BC37501-9DA4-432E-82D4-DD267AC62F06}"/>
              </a:ext>
            </a:extLst>
          </p:cNvPr>
          <p:cNvSpPr txBox="1"/>
          <p:nvPr/>
        </p:nvSpPr>
        <p:spPr>
          <a:xfrm>
            <a:off x="3121624" y="1019682"/>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353B48">
                    <a:lumMod val="60000"/>
                    <a:lumOff val="40000"/>
                  </a:srgbClr>
                </a:solidFill>
                <a:effectLst/>
                <a:uLnTx/>
                <a:uFillTx/>
                <a:latin typeface="Segoe UI Semibold"/>
                <a:ea typeface="+mn-ea"/>
                <a:cs typeface="+mn-cs"/>
              </a:rPr>
              <a:t>1</a:t>
            </a:r>
          </a:p>
        </p:txBody>
      </p:sp>
      <p:pic>
        <p:nvPicPr>
          <p:cNvPr id="14" name="Picture 13">
            <a:extLst>
              <a:ext uri="{FF2B5EF4-FFF2-40B4-BE49-F238E27FC236}">
                <a16:creationId xmlns:a16="http://schemas.microsoft.com/office/drawing/2014/main" id="{C35DBAE0-B30D-426D-98DC-B5C20F488911}"/>
              </a:ext>
            </a:extLst>
          </p:cNvPr>
          <p:cNvPicPr>
            <a:picLocks noChangeAspect="1"/>
          </p:cNvPicPr>
          <p:nvPr/>
        </p:nvPicPr>
        <p:blipFill>
          <a:blip r:embed="rId11">
            <a:extLst>
              <a:ext uri="{28A0092B-C50C-407E-A947-70E740481C1C}">
                <a14:useLocalDpi xmlns:a14="http://schemas.microsoft.com/office/drawing/2010/main" val="0"/>
              </a:ext>
            </a:extLst>
          </a:blip>
          <a:srcRect t="84" b="84"/>
          <a:stretch/>
        </p:blipFill>
        <p:spPr>
          <a:xfrm>
            <a:off x="19821426" y="1678976"/>
            <a:ext cx="1820883" cy="1817827"/>
          </a:xfrm>
          <a:prstGeom prst="ellipse">
            <a:avLst/>
          </a:prstGeom>
        </p:spPr>
      </p:pic>
      <p:pic>
        <p:nvPicPr>
          <p:cNvPr id="16" name="Picture 15">
            <a:extLst>
              <a:ext uri="{FF2B5EF4-FFF2-40B4-BE49-F238E27FC236}">
                <a16:creationId xmlns:a16="http://schemas.microsoft.com/office/drawing/2014/main" id="{3CB5E58F-764B-41E9-B2BA-D2E48A412F6D}"/>
              </a:ext>
            </a:extLst>
          </p:cNvPr>
          <p:cNvPicPr>
            <a:picLocks noChangeAspect="1"/>
          </p:cNvPicPr>
          <p:nvPr/>
        </p:nvPicPr>
        <p:blipFill>
          <a:blip r:embed="rId8">
            <a:extLst>
              <a:ext uri="{28A0092B-C50C-407E-A947-70E740481C1C}">
                <a14:useLocalDpi xmlns:a14="http://schemas.microsoft.com/office/drawing/2010/main" val="0"/>
              </a:ext>
            </a:extLst>
          </a:blip>
          <a:srcRect t="181" b="181"/>
          <a:stretch/>
        </p:blipFill>
        <p:spPr>
          <a:xfrm>
            <a:off x="17297256" y="1678975"/>
            <a:ext cx="1820883" cy="1814287"/>
          </a:xfrm>
          <a:prstGeom prst="ellipse">
            <a:avLst/>
          </a:prstGeom>
        </p:spPr>
      </p:pic>
      <p:sp>
        <p:nvSpPr>
          <p:cNvPr id="19" name="TextBox 18">
            <a:extLst>
              <a:ext uri="{FF2B5EF4-FFF2-40B4-BE49-F238E27FC236}">
                <a16:creationId xmlns:a16="http://schemas.microsoft.com/office/drawing/2014/main" id="{0D216F81-8C1D-44D6-B3B4-365DE8E7C627}"/>
              </a:ext>
            </a:extLst>
          </p:cNvPr>
          <p:cNvSpPr txBox="1"/>
          <p:nvPr/>
        </p:nvSpPr>
        <p:spPr>
          <a:xfrm>
            <a:off x="15651308" y="1019682"/>
            <a:ext cx="277640"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1</a:t>
            </a:r>
          </a:p>
        </p:txBody>
      </p:sp>
      <p:sp>
        <p:nvSpPr>
          <p:cNvPr id="20" name="TextBox 19">
            <a:extLst>
              <a:ext uri="{FF2B5EF4-FFF2-40B4-BE49-F238E27FC236}">
                <a16:creationId xmlns:a16="http://schemas.microsoft.com/office/drawing/2014/main" id="{AF0785FF-7902-43F9-A347-ED88337D590D}"/>
              </a:ext>
            </a:extLst>
          </p:cNvPr>
          <p:cNvSpPr txBox="1"/>
          <p:nvPr/>
        </p:nvSpPr>
        <p:spPr>
          <a:xfrm>
            <a:off x="18157844" y="1019682"/>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5</a:t>
            </a:r>
          </a:p>
        </p:txBody>
      </p:sp>
      <p:sp>
        <p:nvSpPr>
          <p:cNvPr id="21" name="TextBox 20">
            <a:extLst>
              <a:ext uri="{FF2B5EF4-FFF2-40B4-BE49-F238E27FC236}">
                <a16:creationId xmlns:a16="http://schemas.microsoft.com/office/drawing/2014/main" id="{54352017-B16F-4C36-816A-E37B5F145342}"/>
              </a:ext>
            </a:extLst>
          </p:cNvPr>
          <p:cNvSpPr txBox="1"/>
          <p:nvPr/>
        </p:nvSpPr>
        <p:spPr>
          <a:xfrm>
            <a:off x="20573006" y="1019682"/>
            <a:ext cx="317716"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4</a:t>
            </a:r>
          </a:p>
        </p:txBody>
      </p:sp>
      <p:sp>
        <p:nvSpPr>
          <p:cNvPr id="22" name="TextBox 21">
            <a:extLst>
              <a:ext uri="{FF2B5EF4-FFF2-40B4-BE49-F238E27FC236}">
                <a16:creationId xmlns:a16="http://schemas.microsoft.com/office/drawing/2014/main" id="{93BDE69D-DFB6-48BB-8ACC-6287EE374207}"/>
              </a:ext>
            </a:extLst>
          </p:cNvPr>
          <p:cNvSpPr txBox="1"/>
          <p:nvPr/>
        </p:nvSpPr>
        <p:spPr>
          <a:xfrm>
            <a:off x="13341328" y="1019682"/>
            <a:ext cx="312907" cy="369332"/>
          </a:xfrm>
          <a:prstGeom prst="rect">
            <a:avLst/>
          </a:prstGeom>
          <a:noFill/>
        </p:spPr>
        <p:txBody>
          <a:bodyPr wrap="non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800" b="0" i="0" u="none" strike="noStrike" kern="1200" cap="none" spc="0" normalizeH="0" baseline="0" noProof="0" dirty="0">
                <a:ln>
                  <a:noFill/>
                </a:ln>
                <a:solidFill>
                  <a:srgbClr val="1A1D24">
                    <a:lumMod val="75000"/>
                    <a:lumOff val="25000"/>
                  </a:srgbClr>
                </a:solidFill>
                <a:effectLst/>
                <a:uLnTx/>
                <a:uFillTx/>
                <a:latin typeface="Segoe UI Semibold"/>
                <a:ea typeface="+mn-ea"/>
                <a:cs typeface="+mn-cs"/>
              </a:rPr>
              <a:t>2</a:t>
            </a:r>
          </a:p>
        </p:txBody>
      </p:sp>
      <p:sp>
        <p:nvSpPr>
          <p:cNvPr id="26" name="TextBox 25">
            <a:extLst>
              <a:ext uri="{FF2B5EF4-FFF2-40B4-BE49-F238E27FC236}">
                <a16:creationId xmlns:a16="http://schemas.microsoft.com/office/drawing/2014/main" id="{45F0D7D1-E2A1-472B-A873-F39310E9E2DD}"/>
              </a:ext>
            </a:extLst>
          </p:cNvPr>
          <p:cNvSpPr txBox="1"/>
          <p:nvPr/>
        </p:nvSpPr>
        <p:spPr>
          <a:xfrm>
            <a:off x="3608102" y="4975630"/>
            <a:ext cx="5288692" cy="830997"/>
          </a:xfrm>
          <a:prstGeom prst="rect">
            <a:avLst/>
          </a:prstGeom>
          <a:noFill/>
        </p:spPr>
        <p:txBody>
          <a:bodyPr wrap="none" numCol="1"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Windows (Operating System)</a:t>
            </a:r>
          </a:p>
          <a:p>
            <a:pPr marR="0" lvl="0" algn="ctr" defTabSz="914400" rtl="0" eaLnBrk="1" fontAlgn="auto" latinLnBrk="0" hangingPunct="1">
              <a:lnSpc>
                <a:spcPct val="100000"/>
              </a:lnSpc>
              <a:spcBef>
                <a:spcPts val="0"/>
              </a:spcBef>
              <a:spcAft>
                <a:spcPts val="0"/>
              </a:spcAft>
              <a:buClrTx/>
              <a:buSzTx/>
              <a:tabLst/>
              <a:defRPr/>
            </a:pPr>
            <a:r>
              <a:rPr kumimoji="0" lang="en-US"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rPr>
              <a:t>Microsoft Office (Productivity Software)</a:t>
            </a:r>
            <a:endParaRPr kumimoji="0" lang="id-ID" sz="2400" b="1" i="0" u="none" strike="noStrike" kern="1200" cap="none" spc="0" normalizeH="0" baseline="0" noProof="0" dirty="0">
              <a:ln>
                <a:noFill/>
              </a:ln>
              <a:solidFill>
                <a:srgbClr val="FFFFFF"/>
              </a:solidFill>
              <a:effectLst/>
              <a:uLnTx/>
              <a:uFillTx/>
              <a:latin typeface="Pineapple Days"/>
              <a:ea typeface="Playfair Display"/>
              <a:cs typeface="Playfair Display"/>
              <a:sym typeface="Playfair Display"/>
            </a:endParaRPr>
          </a:p>
        </p:txBody>
      </p:sp>
    </p:spTree>
    <p:custDataLst>
      <p:tags r:id="rId2"/>
    </p:custDataLst>
    <p:extLst>
      <p:ext uri="{BB962C8B-B14F-4D97-AF65-F5344CB8AC3E}">
        <p14:creationId xmlns:p14="http://schemas.microsoft.com/office/powerpoint/2010/main" val="17931760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0D46DA6A-0ECD-6884-5452-6DD27D11EDA9}"/>
              </a:ext>
            </a:extLst>
          </p:cNvPr>
          <p:cNvSpPr txBox="1"/>
          <p:nvPr/>
        </p:nvSpPr>
        <p:spPr>
          <a:xfrm>
            <a:off x="3328785" y="676737"/>
            <a:ext cx="39019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Software</a:t>
            </a:r>
          </a:p>
        </p:txBody>
      </p:sp>
      <p:sp>
        <p:nvSpPr>
          <p:cNvPr id="31" name="TextBox 30">
            <a:extLst>
              <a:ext uri="{FF2B5EF4-FFF2-40B4-BE49-F238E27FC236}">
                <a16:creationId xmlns:a16="http://schemas.microsoft.com/office/drawing/2014/main" id="{CBC2F3AF-5479-499D-2F05-8AACAA7664E4}"/>
              </a:ext>
            </a:extLst>
          </p:cNvPr>
          <p:cNvSpPr txBox="1"/>
          <p:nvPr/>
        </p:nvSpPr>
        <p:spPr>
          <a:xfrm>
            <a:off x="3328785" y="1215346"/>
            <a:ext cx="577827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Specification</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EBF4B2EC-5E08-3602-9BAF-21FC6CDA2F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40172" y="820057"/>
            <a:ext cx="5828617" cy="5828617"/>
          </a:xfrm>
          <a:prstGeom prst="rect">
            <a:avLst/>
          </a:prstGeom>
        </p:spPr>
      </p:pic>
      <p:sp useBgFill="1">
        <p:nvSpPr>
          <p:cNvPr id="45" name="Rectangle 44">
            <a:extLst>
              <a:ext uri="{FF2B5EF4-FFF2-40B4-BE49-F238E27FC236}">
                <a16:creationId xmlns:a16="http://schemas.microsoft.com/office/drawing/2014/main" id="{C12148AB-ABAB-173E-6008-DE69DA753AC2}"/>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066D926F-4443-4024-BDD0-7F3E440C0802}"/>
              </a:ext>
            </a:extLst>
          </p:cNvPr>
          <p:cNvSpPr/>
          <p:nvPr/>
        </p:nvSpPr>
        <p:spPr>
          <a:xfrm>
            <a:off x="7851" y="2678123"/>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27" name="TextBox 26">
            <a:extLst>
              <a:ext uri="{FF2B5EF4-FFF2-40B4-BE49-F238E27FC236}">
                <a16:creationId xmlns:a16="http://schemas.microsoft.com/office/drawing/2014/main" id="{B6B733AA-6845-4BAB-9423-96D8AD1B93EB}"/>
              </a:ext>
            </a:extLst>
          </p:cNvPr>
          <p:cNvSpPr txBox="1"/>
          <p:nvPr/>
        </p:nvSpPr>
        <p:spPr>
          <a:xfrm>
            <a:off x="532327"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28" name="TextBox 27">
            <a:extLst>
              <a:ext uri="{FF2B5EF4-FFF2-40B4-BE49-F238E27FC236}">
                <a16:creationId xmlns:a16="http://schemas.microsoft.com/office/drawing/2014/main" id="{237D8671-0155-49B5-9C41-3607C3040D8A}"/>
              </a:ext>
            </a:extLst>
          </p:cNvPr>
          <p:cNvSpPr txBox="1"/>
          <p:nvPr/>
        </p:nvSpPr>
        <p:spPr>
          <a:xfrm>
            <a:off x="541399" y="2777446"/>
            <a:ext cx="149906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29" name="TextBox 28">
            <a:extLst>
              <a:ext uri="{FF2B5EF4-FFF2-40B4-BE49-F238E27FC236}">
                <a16:creationId xmlns:a16="http://schemas.microsoft.com/office/drawing/2014/main" id="{7E96269D-F2A0-4858-8D96-2D051F3D3419}"/>
              </a:ext>
            </a:extLst>
          </p:cNvPr>
          <p:cNvSpPr txBox="1"/>
          <p:nvPr/>
        </p:nvSpPr>
        <p:spPr>
          <a:xfrm>
            <a:off x="591590" y="3450946"/>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2" name="TextBox 31">
            <a:extLst>
              <a:ext uri="{FF2B5EF4-FFF2-40B4-BE49-F238E27FC236}">
                <a16:creationId xmlns:a16="http://schemas.microsoft.com/office/drawing/2014/main" id="{6891CF92-B11F-498C-807A-5FEE4CF0F3E0}"/>
              </a:ext>
            </a:extLst>
          </p:cNvPr>
          <p:cNvSpPr txBox="1"/>
          <p:nvPr/>
        </p:nvSpPr>
        <p:spPr>
          <a:xfrm>
            <a:off x="865625" y="4091262"/>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4" name="TextBox 33">
            <a:extLst>
              <a:ext uri="{FF2B5EF4-FFF2-40B4-BE49-F238E27FC236}">
                <a16:creationId xmlns:a16="http://schemas.microsoft.com/office/drawing/2014/main" id="{26CA0BCB-F5D6-4C33-996B-1C7213AC4545}"/>
              </a:ext>
            </a:extLst>
          </p:cNvPr>
          <p:cNvSpPr txBox="1"/>
          <p:nvPr/>
        </p:nvSpPr>
        <p:spPr>
          <a:xfrm>
            <a:off x="866218" y="4764762"/>
            <a:ext cx="101323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5" name="TextBox 34">
            <a:extLst>
              <a:ext uri="{FF2B5EF4-FFF2-40B4-BE49-F238E27FC236}">
                <a16:creationId xmlns:a16="http://schemas.microsoft.com/office/drawing/2014/main" id="{9E5D6530-8878-4696-BC6D-1586F62C22C3}"/>
              </a:ext>
            </a:extLst>
          </p:cNvPr>
          <p:cNvSpPr txBox="1"/>
          <p:nvPr/>
        </p:nvSpPr>
        <p:spPr>
          <a:xfrm>
            <a:off x="177636"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36" name="Straight Connector 35">
            <a:extLst>
              <a:ext uri="{FF2B5EF4-FFF2-40B4-BE49-F238E27FC236}">
                <a16:creationId xmlns:a16="http://schemas.microsoft.com/office/drawing/2014/main" id="{76DF0E74-C95A-4A15-B1EA-435B6EF0D48E}"/>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3DEB6944-DA04-4DEF-AF6F-95C1A0399AC7}"/>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7EF7365E-4A24-4A58-9655-D5D0DB681C51}"/>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C8764A18-0204-48FE-9B36-DC019789B0D4}"/>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83BA0748-1489-4782-A983-92E2B8E0B5EF}"/>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415176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utoRev="1" fill="hold" nodeType="withEffect">
                                  <p:stCondLst>
                                    <p:cond delay="0"/>
                                  </p:stCondLst>
                                  <p:childTnLst>
                                    <p:animMotion origin="layout" path="M -2.70833E-6 -4.44444E-6 L -0.00065 0.0125 " pathEditMode="relative" rAng="0" ptsTypes="AA">
                                      <p:cBhvr>
                                        <p:cTn id="6" dur="2000" fill="hold"/>
                                        <p:tgtEl>
                                          <p:spTgt spid="2"/>
                                        </p:tgtEl>
                                        <p:attrNameLst>
                                          <p:attrName>ppt_x</p:attrName>
                                          <p:attrName>ppt_y</p:attrName>
                                        </p:attrNameLst>
                                      </p:cBhvr>
                                      <p:rCtr x="-39" y="6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46DA6A-0ECD-6884-5452-6DD27D11EDA9}"/>
              </a:ext>
            </a:extLst>
          </p:cNvPr>
          <p:cNvSpPr txBox="1"/>
          <p:nvPr/>
        </p:nvSpPr>
        <p:spPr>
          <a:xfrm>
            <a:off x="3844430" y="2152270"/>
            <a:ext cx="2782916"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Network Topology Design</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290C29FA-D135-524C-CCEA-1C3618B0ED62}"/>
              </a:ext>
            </a:extLst>
          </p:cNvPr>
          <p:cNvSpPr/>
          <p:nvPr/>
        </p:nvSpPr>
        <p:spPr>
          <a:xfrm>
            <a:off x="12268457" y="0"/>
            <a:ext cx="4630057" cy="6907893"/>
          </a:xfrm>
          <a:prstGeom prst="rect">
            <a:avLst/>
          </a:prstGeom>
          <a:ln>
            <a:noFill/>
          </a:ln>
          <a:effectLst>
            <a:outerShdw blurRad="177800" sx="106000" sy="106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 name="Rectangle 48">
            <a:extLst>
              <a:ext uri="{FF2B5EF4-FFF2-40B4-BE49-F238E27FC236}">
                <a16:creationId xmlns:a16="http://schemas.microsoft.com/office/drawing/2014/main" id="{5D35B620-C23E-8688-80B9-05829E6228E4}"/>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47C8653F-638A-481C-8D86-4B0A27F877B9}"/>
              </a:ext>
            </a:extLst>
          </p:cNvPr>
          <p:cNvSpPr/>
          <p:nvPr/>
        </p:nvSpPr>
        <p:spPr>
          <a:xfrm>
            <a:off x="7851" y="33448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34" name="TextBox 33">
            <a:extLst>
              <a:ext uri="{FF2B5EF4-FFF2-40B4-BE49-F238E27FC236}">
                <a16:creationId xmlns:a16="http://schemas.microsoft.com/office/drawing/2014/main" id="{92BA0A27-4FFB-4513-8256-CECAF7B834BF}"/>
              </a:ext>
            </a:extLst>
          </p:cNvPr>
          <p:cNvSpPr txBox="1"/>
          <p:nvPr/>
        </p:nvSpPr>
        <p:spPr>
          <a:xfrm>
            <a:off x="532327"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5" name="TextBox 34">
            <a:extLst>
              <a:ext uri="{FF2B5EF4-FFF2-40B4-BE49-F238E27FC236}">
                <a16:creationId xmlns:a16="http://schemas.microsoft.com/office/drawing/2014/main" id="{E8C0BBDB-B6B0-4B0C-9E71-75F185CE374D}"/>
              </a:ext>
            </a:extLst>
          </p:cNvPr>
          <p:cNvSpPr txBox="1"/>
          <p:nvPr/>
        </p:nvSpPr>
        <p:spPr>
          <a:xfrm>
            <a:off x="59159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6" name="TextBox 35">
            <a:extLst>
              <a:ext uri="{FF2B5EF4-FFF2-40B4-BE49-F238E27FC236}">
                <a16:creationId xmlns:a16="http://schemas.microsoft.com/office/drawing/2014/main" id="{1C2AEABD-6586-46EF-8C97-75BC670E7BFD}"/>
              </a:ext>
            </a:extLst>
          </p:cNvPr>
          <p:cNvSpPr txBox="1"/>
          <p:nvPr/>
        </p:nvSpPr>
        <p:spPr>
          <a:xfrm>
            <a:off x="500775" y="3443757"/>
            <a:ext cx="1467329"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7" name="TextBox 36">
            <a:extLst>
              <a:ext uri="{FF2B5EF4-FFF2-40B4-BE49-F238E27FC236}">
                <a16:creationId xmlns:a16="http://schemas.microsoft.com/office/drawing/2014/main" id="{9D7D6C8B-8AC0-43AD-A099-A1C245BF0282}"/>
              </a:ext>
            </a:extLst>
          </p:cNvPr>
          <p:cNvSpPr txBox="1"/>
          <p:nvPr/>
        </p:nvSpPr>
        <p:spPr>
          <a:xfrm>
            <a:off x="865625" y="4091262"/>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8" name="TextBox 37">
            <a:extLst>
              <a:ext uri="{FF2B5EF4-FFF2-40B4-BE49-F238E27FC236}">
                <a16:creationId xmlns:a16="http://schemas.microsoft.com/office/drawing/2014/main" id="{F600767D-1C5B-4A0E-A448-4832ACBC6DEF}"/>
              </a:ext>
            </a:extLst>
          </p:cNvPr>
          <p:cNvSpPr txBox="1"/>
          <p:nvPr/>
        </p:nvSpPr>
        <p:spPr>
          <a:xfrm>
            <a:off x="866218" y="4764762"/>
            <a:ext cx="101323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9" name="TextBox 38">
            <a:extLst>
              <a:ext uri="{FF2B5EF4-FFF2-40B4-BE49-F238E27FC236}">
                <a16:creationId xmlns:a16="http://schemas.microsoft.com/office/drawing/2014/main" id="{203FA85F-C4C3-4F5D-A5E8-44BA1F269CA3}"/>
              </a:ext>
            </a:extLst>
          </p:cNvPr>
          <p:cNvSpPr txBox="1"/>
          <p:nvPr/>
        </p:nvSpPr>
        <p:spPr>
          <a:xfrm>
            <a:off x="177636"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40" name="Straight Connector 39">
            <a:extLst>
              <a:ext uri="{FF2B5EF4-FFF2-40B4-BE49-F238E27FC236}">
                <a16:creationId xmlns:a16="http://schemas.microsoft.com/office/drawing/2014/main" id="{94E3F84A-BA21-4EB5-AB1B-595386423139}"/>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D3BC29D7-5B6A-495E-A5CC-D4E1E49C6B3A}"/>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A6F6C534-AE84-4203-B5E9-291474F71929}"/>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96569276-46ED-475D-B86E-F1265306F2F5}"/>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4CC6E82A-DB2D-4DF8-8EDB-90C948B7101B}"/>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841392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Rectangle 46">
            <a:extLst>
              <a:ext uri="{FF2B5EF4-FFF2-40B4-BE49-F238E27FC236}">
                <a16:creationId xmlns:a16="http://schemas.microsoft.com/office/drawing/2014/main" id="{120E62C6-5D53-AEFA-A66F-A1E5EA9A3861}"/>
              </a:ext>
            </a:extLst>
          </p:cNvPr>
          <p:cNvSpPr/>
          <p:nvPr/>
        </p:nvSpPr>
        <p:spPr>
          <a:xfrm>
            <a:off x="9190933" y="4410502"/>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Rectangle 62">
            <a:extLst>
              <a:ext uri="{FF2B5EF4-FFF2-40B4-BE49-F238E27FC236}">
                <a16:creationId xmlns:a16="http://schemas.microsoft.com/office/drawing/2014/main" id="{07A90A9D-955B-841A-FB92-E0D2E02D3DF0}"/>
              </a:ext>
            </a:extLst>
          </p:cNvPr>
          <p:cNvSpPr/>
          <p:nvPr/>
        </p:nvSpPr>
        <p:spPr>
          <a:xfrm>
            <a:off x="7790543" y="0"/>
            <a:ext cx="4401457"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65430BF-C4CD-4C03-BDB6-276B6320D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 y="216904"/>
            <a:ext cx="11753850" cy="6295656"/>
          </a:xfrm>
          <a:prstGeom prst="rect">
            <a:avLst/>
          </a:prstGeom>
        </p:spPr>
      </p:pic>
    </p:spTree>
    <p:extLst>
      <p:ext uri="{BB962C8B-B14F-4D97-AF65-F5344CB8AC3E}">
        <p14:creationId xmlns:p14="http://schemas.microsoft.com/office/powerpoint/2010/main" val="26337830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Rectangle 46">
            <a:extLst>
              <a:ext uri="{FF2B5EF4-FFF2-40B4-BE49-F238E27FC236}">
                <a16:creationId xmlns:a16="http://schemas.microsoft.com/office/drawing/2014/main" id="{120E62C6-5D53-AEFA-A66F-A1E5EA9A3861}"/>
              </a:ext>
            </a:extLst>
          </p:cNvPr>
          <p:cNvSpPr/>
          <p:nvPr/>
        </p:nvSpPr>
        <p:spPr>
          <a:xfrm>
            <a:off x="9190933" y="4410502"/>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1D4F569D-2B0A-9E5B-6333-D9A1F54060E0}"/>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 name="Rectangle 38">
            <a:extLst>
              <a:ext uri="{FF2B5EF4-FFF2-40B4-BE49-F238E27FC236}">
                <a16:creationId xmlns:a16="http://schemas.microsoft.com/office/drawing/2014/main" id="{B60C6E77-8CB3-459F-8763-10A6FCBB14C9}"/>
              </a:ext>
            </a:extLst>
          </p:cNvPr>
          <p:cNvSpPr/>
          <p:nvPr/>
        </p:nvSpPr>
        <p:spPr>
          <a:xfrm>
            <a:off x="7851" y="33448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40" name="TextBox 39">
            <a:extLst>
              <a:ext uri="{FF2B5EF4-FFF2-40B4-BE49-F238E27FC236}">
                <a16:creationId xmlns:a16="http://schemas.microsoft.com/office/drawing/2014/main" id="{B604509F-9A9E-4AF0-BF00-CF8FD90E050F}"/>
              </a:ext>
            </a:extLst>
          </p:cNvPr>
          <p:cNvSpPr txBox="1"/>
          <p:nvPr/>
        </p:nvSpPr>
        <p:spPr>
          <a:xfrm>
            <a:off x="532327"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41" name="TextBox 40">
            <a:extLst>
              <a:ext uri="{FF2B5EF4-FFF2-40B4-BE49-F238E27FC236}">
                <a16:creationId xmlns:a16="http://schemas.microsoft.com/office/drawing/2014/main" id="{EDB00A56-168D-4A6E-8E27-4E9B3E6CE185}"/>
              </a:ext>
            </a:extLst>
          </p:cNvPr>
          <p:cNvSpPr txBox="1"/>
          <p:nvPr/>
        </p:nvSpPr>
        <p:spPr>
          <a:xfrm>
            <a:off x="59159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42" name="TextBox 41">
            <a:extLst>
              <a:ext uri="{FF2B5EF4-FFF2-40B4-BE49-F238E27FC236}">
                <a16:creationId xmlns:a16="http://schemas.microsoft.com/office/drawing/2014/main" id="{E6AA9E23-49CA-431E-A6C0-B73C91137216}"/>
              </a:ext>
            </a:extLst>
          </p:cNvPr>
          <p:cNvSpPr txBox="1"/>
          <p:nvPr/>
        </p:nvSpPr>
        <p:spPr>
          <a:xfrm>
            <a:off x="500775" y="3443757"/>
            <a:ext cx="1467329"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43" name="TextBox 42">
            <a:extLst>
              <a:ext uri="{FF2B5EF4-FFF2-40B4-BE49-F238E27FC236}">
                <a16:creationId xmlns:a16="http://schemas.microsoft.com/office/drawing/2014/main" id="{156B48E6-922B-4E4C-AF23-38ADFDDA0093}"/>
              </a:ext>
            </a:extLst>
          </p:cNvPr>
          <p:cNvSpPr txBox="1"/>
          <p:nvPr/>
        </p:nvSpPr>
        <p:spPr>
          <a:xfrm>
            <a:off x="865625" y="4091262"/>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44" name="TextBox 43">
            <a:extLst>
              <a:ext uri="{FF2B5EF4-FFF2-40B4-BE49-F238E27FC236}">
                <a16:creationId xmlns:a16="http://schemas.microsoft.com/office/drawing/2014/main" id="{C7AC1CC8-AFE8-4537-86EE-4B260E9A39F8}"/>
              </a:ext>
            </a:extLst>
          </p:cNvPr>
          <p:cNvSpPr txBox="1"/>
          <p:nvPr/>
        </p:nvSpPr>
        <p:spPr>
          <a:xfrm>
            <a:off x="866218" y="4764762"/>
            <a:ext cx="101323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45" name="TextBox 44">
            <a:extLst>
              <a:ext uri="{FF2B5EF4-FFF2-40B4-BE49-F238E27FC236}">
                <a16:creationId xmlns:a16="http://schemas.microsoft.com/office/drawing/2014/main" id="{09C48D35-3D27-452C-A10B-88B799206451}"/>
              </a:ext>
            </a:extLst>
          </p:cNvPr>
          <p:cNvSpPr txBox="1"/>
          <p:nvPr/>
        </p:nvSpPr>
        <p:spPr>
          <a:xfrm>
            <a:off x="177636"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46" name="Straight Connector 45">
            <a:extLst>
              <a:ext uri="{FF2B5EF4-FFF2-40B4-BE49-F238E27FC236}">
                <a16:creationId xmlns:a16="http://schemas.microsoft.com/office/drawing/2014/main" id="{D9ADB45D-40F6-4512-A5E1-EE4A65684EFF}"/>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8" name="Straight Connector 47">
            <a:extLst>
              <a:ext uri="{FF2B5EF4-FFF2-40B4-BE49-F238E27FC236}">
                <a16:creationId xmlns:a16="http://schemas.microsoft.com/office/drawing/2014/main" id="{0186E279-A78F-41F0-AD8D-284827521808}"/>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A5591FC7-2D7E-4299-A32F-9C17610FA540}"/>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DE064E08-F88B-4E85-AE19-B5BA6C7AC440}"/>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55" name="Straight Connector 54">
            <a:extLst>
              <a:ext uri="{FF2B5EF4-FFF2-40B4-BE49-F238E27FC236}">
                <a16:creationId xmlns:a16="http://schemas.microsoft.com/office/drawing/2014/main" id="{C37B35AD-AC0E-4E6F-8C29-84D425FB7398}"/>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56" name="TextBox 55">
            <a:extLst>
              <a:ext uri="{FF2B5EF4-FFF2-40B4-BE49-F238E27FC236}">
                <a16:creationId xmlns:a16="http://schemas.microsoft.com/office/drawing/2014/main" id="{E921FCB9-C2F4-4329-B962-117AC3F819AC}"/>
              </a:ext>
            </a:extLst>
          </p:cNvPr>
          <p:cNvSpPr txBox="1"/>
          <p:nvPr/>
        </p:nvSpPr>
        <p:spPr>
          <a:xfrm>
            <a:off x="3844430" y="2152270"/>
            <a:ext cx="2782916"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Network Topology Design</a:t>
            </a:r>
          </a:p>
        </p:txBody>
      </p:sp>
    </p:spTree>
    <p:extLst>
      <p:ext uri="{BB962C8B-B14F-4D97-AF65-F5344CB8AC3E}">
        <p14:creationId xmlns:p14="http://schemas.microsoft.com/office/powerpoint/2010/main" val="14112614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46DA6A-0ECD-6884-5452-6DD27D11EDA9}"/>
              </a:ext>
            </a:extLst>
          </p:cNvPr>
          <p:cNvSpPr txBox="1"/>
          <p:nvPr/>
        </p:nvSpPr>
        <p:spPr>
          <a:xfrm>
            <a:off x="3844430" y="2152270"/>
            <a:ext cx="2782916"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Library’s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solidFill>
                  <a:prstClr val="white"/>
                </a:solidFill>
                <a:latin typeface="Montserrat" panose="00000500000000000000" pitchFamily="2" charset="0"/>
              </a:rPr>
              <a:t>Floor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Plan</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290C29FA-D135-524C-CCEA-1C3618B0ED62}"/>
              </a:ext>
            </a:extLst>
          </p:cNvPr>
          <p:cNvSpPr/>
          <p:nvPr/>
        </p:nvSpPr>
        <p:spPr>
          <a:xfrm>
            <a:off x="12268457" y="0"/>
            <a:ext cx="4630057" cy="6907893"/>
          </a:xfrm>
          <a:prstGeom prst="rect">
            <a:avLst/>
          </a:prstGeom>
          <a:ln>
            <a:noFill/>
          </a:ln>
          <a:effectLst>
            <a:outerShdw blurRad="177800" sx="106000" sy="106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9" name="Rectangle 48">
            <a:extLst>
              <a:ext uri="{FF2B5EF4-FFF2-40B4-BE49-F238E27FC236}">
                <a16:creationId xmlns:a16="http://schemas.microsoft.com/office/drawing/2014/main" id="{5D35B620-C23E-8688-80B9-05829E6228E4}"/>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47C8653F-638A-481C-8D86-4B0A27F877B9}"/>
              </a:ext>
            </a:extLst>
          </p:cNvPr>
          <p:cNvSpPr/>
          <p:nvPr/>
        </p:nvSpPr>
        <p:spPr>
          <a:xfrm>
            <a:off x="7851" y="401481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34" name="TextBox 33">
            <a:extLst>
              <a:ext uri="{FF2B5EF4-FFF2-40B4-BE49-F238E27FC236}">
                <a16:creationId xmlns:a16="http://schemas.microsoft.com/office/drawing/2014/main" id="{92BA0A27-4FFB-4513-8256-CECAF7B834BF}"/>
              </a:ext>
            </a:extLst>
          </p:cNvPr>
          <p:cNvSpPr txBox="1"/>
          <p:nvPr/>
        </p:nvSpPr>
        <p:spPr>
          <a:xfrm>
            <a:off x="532327"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5" name="TextBox 34">
            <a:extLst>
              <a:ext uri="{FF2B5EF4-FFF2-40B4-BE49-F238E27FC236}">
                <a16:creationId xmlns:a16="http://schemas.microsoft.com/office/drawing/2014/main" id="{E8C0BBDB-B6B0-4B0C-9E71-75F185CE374D}"/>
              </a:ext>
            </a:extLst>
          </p:cNvPr>
          <p:cNvSpPr txBox="1"/>
          <p:nvPr/>
        </p:nvSpPr>
        <p:spPr>
          <a:xfrm>
            <a:off x="59159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6" name="TextBox 35">
            <a:extLst>
              <a:ext uri="{FF2B5EF4-FFF2-40B4-BE49-F238E27FC236}">
                <a16:creationId xmlns:a16="http://schemas.microsoft.com/office/drawing/2014/main" id="{1C2AEABD-6586-46EF-8C97-75BC670E7BFD}"/>
              </a:ext>
            </a:extLst>
          </p:cNvPr>
          <p:cNvSpPr txBox="1"/>
          <p:nvPr/>
        </p:nvSpPr>
        <p:spPr>
          <a:xfrm>
            <a:off x="532327"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7" name="TextBox 36">
            <a:extLst>
              <a:ext uri="{FF2B5EF4-FFF2-40B4-BE49-F238E27FC236}">
                <a16:creationId xmlns:a16="http://schemas.microsoft.com/office/drawing/2014/main" id="{9D7D6C8B-8AC0-43AD-A099-A1C245BF0282}"/>
              </a:ext>
            </a:extLst>
          </p:cNvPr>
          <p:cNvSpPr txBox="1"/>
          <p:nvPr/>
        </p:nvSpPr>
        <p:spPr>
          <a:xfrm>
            <a:off x="824350" y="4108837"/>
            <a:ext cx="131803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8" name="TextBox 37">
            <a:extLst>
              <a:ext uri="{FF2B5EF4-FFF2-40B4-BE49-F238E27FC236}">
                <a16:creationId xmlns:a16="http://schemas.microsoft.com/office/drawing/2014/main" id="{F600767D-1C5B-4A0E-A448-4832ACBC6DEF}"/>
              </a:ext>
            </a:extLst>
          </p:cNvPr>
          <p:cNvSpPr txBox="1"/>
          <p:nvPr/>
        </p:nvSpPr>
        <p:spPr>
          <a:xfrm>
            <a:off x="866218" y="4764762"/>
            <a:ext cx="101323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9" name="TextBox 38">
            <a:extLst>
              <a:ext uri="{FF2B5EF4-FFF2-40B4-BE49-F238E27FC236}">
                <a16:creationId xmlns:a16="http://schemas.microsoft.com/office/drawing/2014/main" id="{203FA85F-C4C3-4F5D-A5E8-44BA1F269CA3}"/>
              </a:ext>
            </a:extLst>
          </p:cNvPr>
          <p:cNvSpPr txBox="1"/>
          <p:nvPr/>
        </p:nvSpPr>
        <p:spPr>
          <a:xfrm>
            <a:off x="177636"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40" name="Straight Connector 39">
            <a:extLst>
              <a:ext uri="{FF2B5EF4-FFF2-40B4-BE49-F238E27FC236}">
                <a16:creationId xmlns:a16="http://schemas.microsoft.com/office/drawing/2014/main" id="{94E3F84A-BA21-4EB5-AB1B-595386423139}"/>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D3BC29D7-5B6A-495E-A5CC-D4E1E49C6B3A}"/>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A6F6C534-AE84-4203-B5E9-291474F71929}"/>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96569276-46ED-475D-B86E-F1265306F2F5}"/>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4CC6E82A-DB2D-4DF8-8EDB-90C948B7101B}"/>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626643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Rectangle 46">
            <a:extLst>
              <a:ext uri="{FF2B5EF4-FFF2-40B4-BE49-F238E27FC236}">
                <a16:creationId xmlns:a16="http://schemas.microsoft.com/office/drawing/2014/main" id="{120E62C6-5D53-AEFA-A66F-A1E5EA9A3861}"/>
              </a:ext>
            </a:extLst>
          </p:cNvPr>
          <p:cNvSpPr/>
          <p:nvPr/>
        </p:nvSpPr>
        <p:spPr>
          <a:xfrm>
            <a:off x="9190933" y="4410502"/>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3" name="Rectangle 62">
            <a:extLst>
              <a:ext uri="{FF2B5EF4-FFF2-40B4-BE49-F238E27FC236}">
                <a16:creationId xmlns:a16="http://schemas.microsoft.com/office/drawing/2014/main" id="{07A90A9D-955B-841A-FB92-E0D2E02D3DF0}"/>
              </a:ext>
            </a:extLst>
          </p:cNvPr>
          <p:cNvSpPr/>
          <p:nvPr/>
        </p:nvSpPr>
        <p:spPr>
          <a:xfrm>
            <a:off x="7790543" y="0"/>
            <a:ext cx="4401457"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65430BF-C4CD-4C03-BDB6-276B6320D2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5552" y="216904"/>
            <a:ext cx="6295656" cy="6295656"/>
          </a:xfrm>
          <a:prstGeom prst="rect">
            <a:avLst/>
          </a:prstGeom>
        </p:spPr>
      </p:pic>
    </p:spTree>
    <p:extLst>
      <p:ext uri="{BB962C8B-B14F-4D97-AF65-F5344CB8AC3E}">
        <p14:creationId xmlns:p14="http://schemas.microsoft.com/office/powerpoint/2010/main" val="19057917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Rectangle 46">
            <a:extLst>
              <a:ext uri="{FF2B5EF4-FFF2-40B4-BE49-F238E27FC236}">
                <a16:creationId xmlns:a16="http://schemas.microsoft.com/office/drawing/2014/main" id="{120E62C6-5D53-AEFA-A66F-A1E5EA9A3861}"/>
              </a:ext>
            </a:extLst>
          </p:cNvPr>
          <p:cNvSpPr/>
          <p:nvPr/>
        </p:nvSpPr>
        <p:spPr>
          <a:xfrm>
            <a:off x="9190933" y="4410502"/>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1D4F569D-2B0A-9E5B-6333-D9A1F54060E0}"/>
              </a:ext>
            </a:extLst>
          </p:cNvPr>
          <p:cNvSpPr/>
          <p:nvPr/>
        </p:nvSpPr>
        <p:spPr>
          <a:xfrm>
            <a:off x="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4336A760-926B-4E3B-9FCA-8DF9DBE453DA}"/>
              </a:ext>
            </a:extLst>
          </p:cNvPr>
          <p:cNvSpPr/>
          <p:nvPr/>
        </p:nvSpPr>
        <p:spPr>
          <a:xfrm>
            <a:off x="7851" y="469299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19" name="TextBox 18">
            <a:extLst>
              <a:ext uri="{FF2B5EF4-FFF2-40B4-BE49-F238E27FC236}">
                <a16:creationId xmlns:a16="http://schemas.microsoft.com/office/drawing/2014/main" id="{EC77D417-9778-4943-B357-0D287D01DAB0}"/>
              </a:ext>
            </a:extLst>
          </p:cNvPr>
          <p:cNvSpPr txBox="1"/>
          <p:nvPr/>
        </p:nvSpPr>
        <p:spPr>
          <a:xfrm>
            <a:off x="532327"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20" name="TextBox 19">
            <a:extLst>
              <a:ext uri="{FF2B5EF4-FFF2-40B4-BE49-F238E27FC236}">
                <a16:creationId xmlns:a16="http://schemas.microsoft.com/office/drawing/2014/main" id="{DB7C5D05-C5B0-436C-A106-659EFA7F85EA}"/>
              </a:ext>
            </a:extLst>
          </p:cNvPr>
          <p:cNvSpPr txBox="1"/>
          <p:nvPr/>
        </p:nvSpPr>
        <p:spPr>
          <a:xfrm>
            <a:off x="59159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21" name="TextBox 20">
            <a:extLst>
              <a:ext uri="{FF2B5EF4-FFF2-40B4-BE49-F238E27FC236}">
                <a16:creationId xmlns:a16="http://schemas.microsoft.com/office/drawing/2014/main" id="{4ADABB2C-D13E-4892-9525-FE7A9FBF3B79}"/>
              </a:ext>
            </a:extLst>
          </p:cNvPr>
          <p:cNvSpPr txBox="1"/>
          <p:nvPr/>
        </p:nvSpPr>
        <p:spPr>
          <a:xfrm>
            <a:off x="532327"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23" name="TextBox 22">
            <a:extLst>
              <a:ext uri="{FF2B5EF4-FFF2-40B4-BE49-F238E27FC236}">
                <a16:creationId xmlns:a16="http://schemas.microsoft.com/office/drawing/2014/main" id="{AB548170-1D87-46CC-B19B-546B8EB591D9}"/>
              </a:ext>
            </a:extLst>
          </p:cNvPr>
          <p:cNvSpPr txBox="1"/>
          <p:nvPr/>
        </p:nvSpPr>
        <p:spPr>
          <a:xfrm>
            <a:off x="828160" y="4117954"/>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24" name="TextBox 23">
            <a:extLst>
              <a:ext uri="{FF2B5EF4-FFF2-40B4-BE49-F238E27FC236}">
                <a16:creationId xmlns:a16="http://schemas.microsoft.com/office/drawing/2014/main" id="{9C7EB091-36FD-45DC-A4F4-9275E393E2C7}"/>
              </a:ext>
            </a:extLst>
          </p:cNvPr>
          <p:cNvSpPr txBox="1"/>
          <p:nvPr/>
        </p:nvSpPr>
        <p:spPr>
          <a:xfrm>
            <a:off x="828160" y="4774878"/>
            <a:ext cx="101323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25" name="TextBox 24">
            <a:extLst>
              <a:ext uri="{FF2B5EF4-FFF2-40B4-BE49-F238E27FC236}">
                <a16:creationId xmlns:a16="http://schemas.microsoft.com/office/drawing/2014/main" id="{C9D93FC9-A014-4910-81FD-610E23D5B852}"/>
              </a:ext>
            </a:extLst>
          </p:cNvPr>
          <p:cNvSpPr txBox="1"/>
          <p:nvPr/>
        </p:nvSpPr>
        <p:spPr>
          <a:xfrm>
            <a:off x="177636"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26" name="Straight Connector 25">
            <a:extLst>
              <a:ext uri="{FF2B5EF4-FFF2-40B4-BE49-F238E27FC236}">
                <a16:creationId xmlns:a16="http://schemas.microsoft.com/office/drawing/2014/main" id="{410EA16C-2BBE-4B3F-AE9A-CFEE609F8C97}"/>
              </a:ext>
            </a:extLst>
          </p:cNvPr>
          <p:cNvCxnSpPr>
            <a:cxnSpLocks/>
          </p:cNvCxnSpPr>
          <p:nvPr/>
        </p:nvCxnSpPr>
        <p:spPr>
          <a:xfrm>
            <a:off x="401783"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BD010A22-1358-4B4E-A419-00354FB34F00}"/>
              </a:ext>
            </a:extLst>
          </p:cNvPr>
          <p:cNvCxnSpPr>
            <a:cxnSpLocks/>
          </p:cNvCxnSpPr>
          <p:nvPr/>
        </p:nvCxnSpPr>
        <p:spPr>
          <a:xfrm>
            <a:off x="401783"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EB201B73-F14D-4334-9D67-8D255BB5AB07}"/>
              </a:ext>
            </a:extLst>
          </p:cNvPr>
          <p:cNvCxnSpPr>
            <a:cxnSpLocks/>
          </p:cNvCxnSpPr>
          <p:nvPr/>
        </p:nvCxnSpPr>
        <p:spPr>
          <a:xfrm>
            <a:off x="401783"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BC6CA0EB-0A92-439E-898E-FED3DDB243AC}"/>
              </a:ext>
            </a:extLst>
          </p:cNvPr>
          <p:cNvCxnSpPr>
            <a:cxnSpLocks/>
          </p:cNvCxnSpPr>
          <p:nvPr/>
        </p:nvCxnSpPr>
        <p:spPr>
          <a:xfrm>
            <a:off x="401783"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6648ADEC-5B55-4F17-AA8B-9D8B5B686198}"/>
              </a:ext>
            </a:extLst>
          </p:cNvPr>
          <p:cNvCxnSpPr>
            <a:cxnSpLocks/>
          </p:cNvCxnSpPr>
          <p:nvPr/>
        </p:nvCxnSpPr>
        <p:spPr>
          <a:xfrm>
            <a:off x="401783"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31" name="TextBox 30">
            <a:extLst>
              <a:ext uri="{FF2B5EF4-FFF2-40B4-BE49-F238E27FC236}">
                <a16:creationId xmlns:a16="http://schemas.microsoft.com/office/drawing/2014/main" id="{22371D35-F089-4DCD-B9E0-38E3DF21AE3A}"/>
              </a:ext>
            </a:extLst>
          </p:cNvPr>
          <p:cNvSpPr txBox="1"/>
          <p:nvPr/>
        </p:nvSpPr>
        <p:spPr>
          <a:xfrm>
            <a:off x="3132109" y="1038028"/>
            <a:ext cx="27829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BUDGET</a:t>
            </a:r>
          </a:p>
        </p:txBody>
      </p:sp>
      <p:sp>
        <p:nvSpPr>
          <p:cNvPr id="32" name="TextBox 31">
            <a:extLst>
              <a:ext uri="{FF2B5EF4-FFF2-40B4-BE49-F238E27FC236}">
                <a16:creationId xmlns:a16="http://schemas.microsoft.com/office/drawing/2014/main" id="{22EAEEEF-575E-4A44-8B48-700FFB2726B8}"/>
              </a:ext>
            </a:extLst>
          </p:cNvPr>
          <p:cNvSpPr txBox="1"/>
          <p:nvPr/>
        </p:nvSpPr>
        <p:spPr>
          <a:xfrm>
            <a:off x="3289189" y="2281438"/>
            <a:ext cx="5778270" cy="2677656"/>
          </a:xfrm>
          <a:prstGeom prst="rect">
            <a:avLst/>
          </a:prstGeom>
          <a:noFill/>
        </p:spPr>
        <p:txBody>
          <a:bodyPr wrap="square" rtlCol="0">
            <a:spAutoFit/>
          </a:bodyPr>
          <a:lstStyle/>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Hardware</a:t>
            </a:r>
          </a:p>
          <a:p>
            <a:pPr marR="0" rtl="0">
              <a:spcBef>
                <a:spcPts val="0"/>
              </a:spcBef>
              <a:spcAft>
                <a:spcPts val="0"/>
              </a:spcAft>
            </a:pPr>
            <a:endParaRPr lang="en-US" sz="2400" dirty="0">
              <a:solidFill>
                <a:srgbClr val="FFFFFF"/>
              </a:solidFill>
              <a:latin typeface="Arial Rounded MT Bold" panose="020F0704030504030204" pitchFamily="34" charset="0"/>
              <a:ea typeface="Barlow" panose="00000500000000000000" pitchFamily="2" charset="0"/>
              <a:cs typeface="Barlow" panose="00000500000000000000" pitchFamily="2" charset="0"/>
            </a:endParaRPr>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Software</a:t>
            </a:r>
          </a:p>
          <a:p>
            <a:pPr marR="0" rtl="0">
              <a:spcBef>
                <a:spcPts val="0"/>
              </a:spcBef>
              <a:spcAft>
                <a:spcPts val="0"/>
              </a:spcAft>
            </a:pPr>
            <a:endParaRPr lang="en-US" sz="2400" dirty="0"/>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Provider</a:t>
            </a:r>
          </a:p>
          <a:p>
            <a:pPr marR="0" rtl="0">
              <a:spcBef>
                <a:spcPts val="0"/>
              </a:spcBef>
              <a:spcAft>
                <a:spcPts val="0"/>
              </a:spcAft>
            </a:pPr>
            <a:endParaRPr lang="en-US" sz="2400" baseline="0" dirty="0"/>
          </a:p>
          <a:p>
            <a:pPr marR="0" rtl="0">
              <a:spcBef>
                <a:spcPts val="0"/>
              </a:spcBef>
              <a:spcAft>
                <a:spcPts val="0"/>
              </a:spcAft>
            </a:pPr>
            <a:r>
              <a:rPr lang="en-US" sz="2400" b="0" i="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Total</a:t>
            </a:r>
          </a:p>
        </p:txBody>
      </p:sp>
    </p:spTree>
    <p:extLst>
      <p:ext uri="{BB962C8B-B14F-4D97-AF65-F5344CB8AC3E}">
        <p14:creationId xmlns:p14="http://schemas.microsoft.com/office/powerpoint/2010/main" val="26234969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5E5D412-B44E-9003-792F-CD57A9C55EE1}"/>
              </a:ext>
            </a:extLst>
          </p:cNvPr>
          <p:cNvSpPr/>
          <p:nvPr/>
        </p:nvSpPr>
        <p:spPr>
          <a:xfrm>
            <a:off x="977430" y="20385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6035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F52634-D9F5-98DE-EC7C-DF33BD61C9CE}"/>
              </a:ext>
            </a:extLst>
          </p:cNvPr>
          <p:cNvSpPr txBox="1"/>
          <p:nvPr/>
        </p:nvSpPr>
        <p:spPr>
          <a:xfrm>
            <a:off x="-17592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068A86C-2C7B-3D82-EB2D-3047BAE658EF}"/>
              </a:ext>
            </a:extLst>
          </p:cNvPr>
          <p:cNvSpPr txBox="1"/>
          <p:nvPr/>
        </p:nvSpPr>
        <p:spPr>
          <a:xfrm>
            <a:off x="3559766" y="2121973"/>
            <a:ext cx="3759833" cy="477054"/>
          </a:xfrm>
          <a:prstGeom prst="rect">
            <a:avLst/>
          </a:prstGeom>
          <a:noFill/>
        </p:spPr>
        <p:txBody>
          <a:bodyPr wrap="square">
            <a:spAutoFit/>
          </a:bodyPr>
          <a:lstStyle/>
          <a:p>
            <a:r>
              <a:rPr lang="en-US" sz="2500" dirty="0">
                <a:solidFill>
                  <a:schemeClr val="bg1"/>
                </a:solidFill>
                <a:latin typeface="Arial Rounded MT Bold" panose="020F0704030504030204" pitchFamily="34" charset="0"/>
              </a:rPr>
              <a:t>Rp150.329.660,-</a:t>
            </a:r>
            <a:endParaRPr lang="id-ID" sz="2500" dirty="0">
              <a:solidFill>
                <a:schemeClr val="bg1"/>
              </a:solidFill>
              <a:latin typeface="Arial Rounded MT Bold" panose="020F0704030504030204" pitchFamily="34" charset="0"/>
            </a:endParaRPr>
          </a:p>
        </p:txBody>
      </p:sp>
      <p:sp useBgFill="1">
        <p:nvSpPr>
          <p:cNvPr id="28" name="Rectangle 27">
            <a:extLst>
              <a:ext uri="{FF2B5EF4-FFF2-40B4-BE49-F238E27FC236}">
                <a16:creationId xmlns:a16="http://schemas.microsoft.com/office/drawing/2014/main" id="{D1993027-44FC-46E6-AE1E-A605D31FE24D}"/>
              </a:ext>
            </a:extLst>
          </p:cNvPr>
          <p:cNvSpPr/>
          <p:nvPr/>
        </p:nvSpPr>
        <p:spPr>
          <a:xfrm>
            <a:off x="-2830599" y="469299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29" name="TextBox 28">
            <a:extLst>
              <a:ext uri="{FF2B5EF4-FFF2-40B4-BE49-F238E27FC236}">
                <a16:creationId xmlns:a16="http://schemas.microsoft.com/office/drawing/2014/main" id="{DE1A9BB7-3A5E-467A-BFA8-D030B3CFA116}"/>
              </a:ext>
            </a:extLst>
          </p:cNvPr>
          <p:cNvSpPr txBox="1"/>
          <p:nvPr/>
        </p:nvSpPr>
        <p:spPr>
          <a:xfrm>
            <a:off x="-2306123"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4" name="TextBox 33">
            <a:extLst>
              <a:ext uri="{FF2B5EF4-FFF2-40B4-BE49-F238E27FC236}">
                <a16:creationId xmlns:a16="http://schemas.microsoft.com/office/drawing/2014/main" id="{AA19680F-2D5D-4758-BFB6-A6C30BDD84D9}"/>
              </a:ext>
            </a:extLst>
          </p:cNvPr>
          <p:cNvSpPr txBox="1"/>
          <p:nvPr/>
        </p:nvSpPr>
        <p:spPr>
          <a:xfrm>
            <a:off x="-224686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5" name="TextBox 34">
            <a:extLst>
              <a:ext uri="{FF2B5EF4-FFF2-40B4-BE49-F238E27FC236}">
                <a16:creationId xmlns:a16="http://schemas.microsoft.com/office/drawing/2014/main" id="{C812B81F-6D9E-4578-8663-E4418E86F75C}"/>
              </a:ext>
            </a:extLst>
          </p:cNvPr>
          <p:cNvSpPr txBox="1"/>
          <p:nvPr/>
        </p:nvSpPr>
        <p:spPr>
          <a:xfrm>
            <a:off x="-2306123"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6" name="TextBox 35">
            <a:extLst>
              <a:ext uri="{FF2B5EF4-FFF2-40B4-BE49-F238E27FC236}">
                <a16:creationId xmlns:a16="http://schemas.microsoft.com/office/drawing/2014/main" id="{F21A39E9-3FD0-4847-BFD7-BF9137338459}"/>
              </a:ext>
            </a:extLst>
          </p:cNvPr>
          <p:cNvSpPr txBox="1"/>
          <p:nvPr/>
        </p:nvSpPr>
        <p:spPr>
          <a:xfrm>
            <a:off x="-2010290" y="4117954"/>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7" name="TextBox 36">
            <a:extLst>
              <a:ext uri="{FF2B5EF4-FFF2-40B4-BE49-F238E27FC236}">
                <a16:creationId xmlns:a16="http://schemas.microsoft.com/office/drawing/2014/main" id="{BFBD1BF3-5494-409E-8256-DAD2D4013EDE}"/>
              </a:ext>
            </a:extLst>
          </p:cNvPr>
          <p:cNvSpPr txBox="1"/>
          <p:nvPr/>
        </p:nvSpPr>
        <p:spPr>
          <a:xfrm>
            <a:off x="-2010290" y="4774878"/>
            <a:ext cx="101323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8" name="TextBox 37">
            <a:extLst>
              <a:ext uri="{FF2B5EF4-FFF2-40B4-BE49-F238E27FC236}">
                <a16:creationId xmlns:a16="http://schemas.microsoft.com/office/drawing/2014/main" id="{6D722128-81CB-4AAD-BC46-3A2A3D3D1850}"/>
              </a:ext>
            </a:extLst>
          </p:cNvPr>
          <p:cNvSpPr txBox="1"/>
          <p:nvPr/>
        </p:nvSpPr>
        <p:spPr>
          <a:xfrm>
            <a:off x="-2660814"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39" name="Straight Connector 38">
            <a:extLst>
              <a:ext uri="{FF2B5EF4-FFF2-40B4-BE49-F238E27FC236}">
                <a16:creationId xmlns:a16="http://schemas.microsoft.com/office/drawing/2014/main" id="{DA29A954-1E79-43B7-A074-B4363BE64640}"/>
              </a:ext>
            </a:extLst>
          </p:cNvPr>
          <p:cNvCxnSpPr>
            <a:cxnSpLocks/>
          </p:cNvCxnSpPr>
          <p:nvPr/>
        </p:nvCxnSpPr>
        <p:spPr>
          <a:xfrm>
            <a:off x="-2436667"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748FE81B-17B8-446F-804A-422D8961F438}"/>
              </a:ext>
            </a:extLst>
          </p:cNvPr>
          <p:cNvCxnSpPr>
            <a:cxnSpLocks/>
          </p:cNvCxnSpPr>
          <p:nvPr/>
        </p:nvCxnSpPr>
        <p:spPr>
          <a:xfrm>
            <a:off x="-2436667"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718EE24E-DFC5-4918-B692-CF5A96EB8053}"/>
              </a:ext>
            </a:extLst>
          </p:cNvPr>
          <p:cNvCxnSpPr>
            <a:cxnSpLocks/>
          </p:cNvCxnSpPr>
          <p:nvPr/>
        </p:nvCxnSpPr>
        <p:spPr>
          <a:xfrm>
            <a:off x="-2436667"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EC0196BA-28A0-4973-B966-7BCE4AEC3E80}"/>
              </a:ext>
            </a:extLst>
          </p:cNvPr>
          <p:cNvCxnSpPr>
            <a:cxnSpLocks/>
          </p:cNvCxnSpPr>
          <p:nvPr/>
        </p:nvCxnSpPr>
        <p:spPr>
          <a:xfrm>
            <a:off x="-2436667"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E52CE924-076A-4469-AD3E-6F5247301B0F}"/>
              </a:ext>
            </a:extLst>
          </p:cNvPr>
          <p:cNvCxnSpPr>
            <a:cxnSpLocks/>
          </p:cNvCxnSpPr>
          <p:nvPr/>
        </p:nvCxnSpPr>
        <p:spPr>
          <a:xfrm>
            <a:off x="-2436667"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D1CF0AFB-9712-4C1D-8D06-B4ABA19AC3F7}"/>
              </a:ext>
            </a:extLst>
          </p:cNvPr>
          <p:cNvSpPr txBox="1"/>
          <p:nvPr/>
        </p:nvSpPr>
        <p:spPr>
          <a:xfrm>
            <a:off x="799242" y="893310"/>
            <a:ext cx="27829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BUDGET</a:t>
            </a:r>
          </a:p>
        </p:txBody>
      </p:sp>
      <p:sp>
        <p:nvSpPr>
          <p:cNvPr id="45" name="TextBox 44">
            <a:extLst>
              <a:ext uri="{FF2B5EF4-FFF2-40B4-BE49-F238E27FC236}">
                <a16:creationId xmlns:a16="http://schemas.microsoft.com/office/drawing/2014/main" id="{F4F9F142-4943-4D81-96D4-60E492B96668}"/>
              </a:ext>
            </a:extLst>
          </p:cNvPr>
          <p:cNvSpPr txBox="1"/>
          <p:nvPr/>
        </p:nvSpPr>
        <p:spPr>
          <a:xfrm>
            <a:off x="1090886" y="2121973"/>
            <a:ext cx="2199628" cy="2708434"/>
          </a:xfrm>
          <a:prstGeom prst="rect">
            <a:avLst/>
          </a:prstGeom>
          <a:noFill/>
        </p:spPr>
        <p:txBody>
          <a:bodyPr wrap="square" rtlCol="0">
            <a:spAutoFit/>
          </a:bodyPr>
          <a:lstStyle/>
          <a:p>
            <a:pPr marR="0" rtl="0">
              <a:spcBef>
                <a:spcPts val="0"/>
              </a:spcBef>
              <a:spcAft>
                <a:spcPts val="0"/>
              </a:spcAft>
            </a:pPr>
            <a:r>
              <a:rPr lang="en-US" sz="26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Hardware</a:t>
            </a:r>
          </a:p>
          <a:p>
            <a:pPr marR="0" rtl="0">
              <a:spcBef>
                <a:spcPts val="0"/>
              </a:spcBef>
              <a:spcAft>
                <a:spcPts val="0"/>
              </a:spcAft>
            </a:pPr>
            <a:endParaRPr lang="en-US" sz="2400" dirty="0">
              <a:solidFill>
                <a:srgbClr val="FFFFFF"/>
              </a:solidFill>
              <a:latin typeface="Arial Rounded MT Bold" panose="020F0704030504030204" pitchFamily="34" charset="0"/>
              <a:ea typeface="Barlow" panose="00000500000000000000" pitchFamily="2" charset="0"/>
              <a:cs typeface="Barlow" panose="00000500000000000000" pitchFamily="2" charset="0"/>
            </a:endParaRPr>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Software</a:t>
            </a:r>
          </a:p>
          <a:p>
            <a:pPr marR="0" rtl="0">
              <a:spcBef>
                <a:spcPts val="0"/>
              </a:spcBef>
              <a:spcAft>
                <a:spcPts val="0"/>
              </a:spcAft>
            </a:pPr>
            <a:endParaRPr lang="en-US" sz="2400" dirty="0"/>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Provider</a:t>
            </a:r>
          </a:p>
          <a:p>
            <a:pPr marR="0" rtl="0">
              <a:spcBef>
                <a:spcPts val="0"/>
              </a:spcBef>
              <a:spcAft>
                <a:spcPts val="0"/>
              </a:spcAft>
            </a:pPr>
            <a:endParaRPr lang="en-US" sz="2400" baseline="0" dirty="0"/>
          </a:p>
          <a:p>
            <a:pPr marR="0" rtl="0">
              <a:spcBef>
                <a:spcPts val="0"/>
              </a:spcBef>
              <a:spcAft>
                <a:spcPts val="0"/>
              </a:spcAft>
            </a:pPr>
            <a:r>
              <a:rPr lang="en-US" sz="2400" b="0" i="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Total</a:t>
            </a:r>
          </a:p>
        </p:txBody>
      </p:sp>
      <p:pic>
        <p:nvPicPr>
          <p:cNvPr id="5" name="Picture 4">
            <a:extLst>
              <a:ext uri="{FF2B5EF4-FFF2-40B4-BE49-F238E27FC236}">
                <a16:creationId xmlns:a16="http://schemas.microsoft.com/office/drawing/2014/main" id="{04394B99-47CA-4FD5-B8A9-BC6BD9958157}"/>
              </a:ext>
            </a:extLst>
          </p:cNvPr>
          <p:cNvPicPr>
            <a:picLocks noChangeAspect="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6416506" y="1163967"/>
            <a:ext cx="5389932" cy="4474833"/>
          </a:xfrm>
          <a:prstGeom prst="rect">
            <a:avLst/>
          </a:prstGeom>
        </p:spPr>
      </p:pic>
    </p:spTree>
    <p:extLst>
      <p:ext uri="{BB962C8B-B14F-4D97-AF65-F5344CB8AC3E}">
        <p14:creationId xmlns:p14="http://schemas.microsoft.com/office/powerpoint/2010/main" val="4643060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5E5D412-B44E-9003-792F-CD57A9C55EE1}"/>
              </a:ext>
            </a:extLst>
          </p:cNvPr>
          <p:cNvSpPr/>
          <p:nvPr/>
        </p:nvSpPr>
        <p:spPr>
          <a:xfrm>
            <a:off x="977430" y="27751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6035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F52634-D9F5-98DE-EC7C-DF33BD61C9CE}"/>
              </a:ext>
            </a:extLst>
          </p:cNvPr>
          <p:cNvSpPr txBox="1"/>
          <p:nvPr/>
        </p:nvSpPr>
        <p:spPr>
          <a:xfrm>
            <a:off x="-17592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068A86C-2C7B-3D82-EB2D-3047BAE658EF}"/>
              </a:ext>
            </a:extLst>
          </p:cNvPr>
          <p:cNvSpPr txBox="1"/>
          <p:nvPr/>
        </p:nvSpPr>
        <p:spPr>
          <a:xfrm>
            <a:off x="3559766" y="2121973"/>
            <a:ext cx="3759833" cy="1246495"/>
          </a:xfrm>
          <a:prstGeom prst="rect">
            <a:avLst/>
          </a:prstGeom>
          <a:noFill/>
        </p:spPr>
        <p:txBody>
          <a:bodyPr wrap="square">
            <a:spAutoFit/>
          </a:bodyPr>
          <a:lstStyle/>
          <a:p>
            <a:r>
              <a:rPr lang="en-US" sz="2500" dirty="0">
                <a:solidFill>
                  <a:schemeClr val="bg1"/>
                </a:solidFill>
                <a:latin typeface="Arial Rounded MT Bold" panose="020F0704030504030204" pitchFamily="34" charset="0"/>
              </a:rPr>
              <a:t>Rp150.329.660,-</a:t>
            </a:r>
          </a:p>
          <a:p>
            <a:endParaRPr lang="en-US" sz="2500" dirty="0">
              <a:solidFill>
                <a:schemeClr val="bg1"/>
              </a:solidFill>
              <a:latin typeface="Arial Rounded MT Bold" panose="020F0704030504030204" pitchFamily="34" charset="0"/>
            </a:endParaRPr>
          </a:p>
          <a:p>
            <a:r>
              <a:rPr lang="en-US" sz="2500" dirty="0">
                <a:solidFill>
                  <a:schemeClr val="bg1"/>
                </a:solidFill>
                <a:latin typeface="Arial Rounded MT Bold" panose="020F0704030504030204" pitchFamily="34" charset="0"/>
              </a:rPr>
              <a:t>Rp509.866.300,-</a:t>
            </a:r>
            <a:endParaRPr lang="id-ID" sz="2500" dirty="0">
              <a:solidFill>
                <a:schemeClr val="bg1"/>
              </a:solidFill>
              <a:latin typeface="Arial Rounded MT Bold" panose="020F0704030504030204" pitchFamily="34" charset="0"/>
            </a:endParaRPr>
          </a:p>
        </p:txBody>
      </p:sp>
      <p:sp useBgFill="1">
        <p:nvSpPr>
          <p:cNvPr id="28" name="Rectangle 27">
            <a:extLst>
              <a:ext uri="{FF2B5EF4-FFF2-40B4-BE49-F238E27FC236}">
                <a16:creationId xmlns:a16="http://schemas.microsoft.com/office/drawing/2014/main" id="{D1993027-44FC-46E6-AE1E-A605D31FE24D}"/>
              </a:ext>
            </a:extLst>
          </p:cNvPr>
          <p:cNvSpPr/>
          <p:nvPr/>
        </p:nvSpPr>
        <p:spPr>
          <a:xfrm>
            <a:off x="-2830599" y="469299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29" name="TextBox 28">
            <a:extLst>
              <a:ext uri="{FF2B5EF4-FFF2-40B4-BE49-F238E27FC236}">
                <a16:creationId xmlns:a16="http://schemas.microsoft.com/office/drawing/2014/main" id="{DE1A9BB7-3A5E-467A-BFA8-D030B3CFA116}"/>
              </a:ext>
            </a:extLst>
          </p:cNvPr>
          <p:cNvSpPr txBox="1"/>
          <p:nvPr/>
        </p:nvSpPr>
        <p:spPr>
          <a:xfrm>
            <a:off x="-2306123"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4" name="TextBox 33">
            <a:extLst>
              <a:ext uri="{FF2B5EF4-FFF2-40B4-BE49-F238E27FC236}">
                <a16:creationId xmlns:a16="http://schemas.microsoft.com/office/drawing/2014/main" id="{AA19680F-2D5D-4758-BFB6-A6C30BDD84D9}"/>
              </a:ext>
            </a:extLst>
          </p:cNvPr>
          <p:cNvSpPr txBox="1"/>
          <p:nvPr/>
        </p:nvSpPr>
        <p:spPr>
          <a:xfrm>
            <a:off x="-224686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5" name="TextBox 34">
            <a:extLst>
              <a:ext uri="{FF2B5EF4-FFF2-40B4-BE49-F238E27FC236}">
                <a16:creationId xmlns:a16="http://schemas.microsoft.com/office/drawing/2014/main" id="{C812B81F-6D9E-4578-8663-E4418E86F75C}"/>
              </a:ext>
            </a:extLst>
          </p:cNvPr>
          <p:cNvSpPr txBox="1"/>
          <p:nvPr/>
        </p:nvSpPr>
        <p:spPr>
          <a:xfrm>
            <a:off x="-2306123"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6" name="TextBox 35">
            <a:extLst>
              <a:ext uri="{FF2B5EF4-FFF2-40B4-BE49-F238E27FC236}">
                <a16:creationId xmlns:a16="http://schemas.microsoft.com/office/drawing/2014/main" id="{F21A39E9-3FD0-4847-BFD7-BF9137338459}"/>
              </a:ext>
            </a:extLst>
          </p:cNvPr>
          <p:cNvSpPr txBox="1"/>
          <p:nvPr/>
        </p:nvSpPr>
        <p:spPr>
          <a:xfrm>
            <a:off x="-2010290" y="4117954"/>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7" name="TextBox 36">
            <a:extLst>
              <a:ext uri="{FF2B5EF4-FFF2-40B4-BE49-F238E27FC236}">
                <a16:creationId xmlns:a16="http://schemas.microsoft.com/office/drawing/2014/main" id="{BFBD1BF3-5494-409E-8256-DAD2D4013EDE}"/>
              </a:ext>
            </a:extLst>
          </p:cNvPr>
          <p:cNvSpPr txBox="1"/>
          <p:nvPr/>
        </p:nvSpPr>
        <p:spPr>
          <a:xfrm>
            <a:off x="-2010290" y="4774878"/>
            <a:ext cx="101323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8" name="TextBox 37">
            <a:extLst>
              <a:ext uri="{FF2B5EF4-FFF2-40B4-BE49-F238E27FC236}">
                <a16:creationId xmlns:a16="http://schemas.microsoft.com/office/drawing/2014/main" id="{6D722128-81CB-4AAD-BC46-3A2A3D3D1850}"/>
              </a:ext>
            </a:extLst>
          </p:cNvPr>
          <p:cNvSpPr txBox="1"/>
          <p:nvPr/>
        </p:nvSpPr>
        <p:spPr>
          <a:xfrm>
            <a:off x="-2660814"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39" name="Straight Connector 38">
            <a:extLst>
              <a:ext uri="{FF2B5EF4-FFF2-40B4-BE49-F238E27FC236}">
                <a16:creationId xmlns:a16="http://schemas.microsoft.com/office/drawing/2014/main" id="{DA29A954-1E79-43B7-A074-B4363BE64640}"/>
              </a:ext>
            </a:extLst>
          </p:cNvPr>
          <p:cNvCxnSpPr>
            <a:cxnSpLocks/>
          </p:cNvCxnSpPr>
          <p:nvPr/>
        </p:nvCxnSpPr>
        <p:spPr>
          <a:xfrm>
            <a:off x="-2436667"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748FE81B-17B8-446F-804A-422D8961F438}"/>
              </a:ext>
            </a:extLst>
          </p:cNvPr>
          <p:cNvCxnSpPr>
            <a:cxnSpLocks/>
          </p:cNvCxnSpPr>
          <p:nvPr/>
        </p:nvCxnSpPr>
        <p:spPr>
          <a:xfrm>
            <a:off x="-2436667"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718EE24E-DFC5-4918-B692-CF5A96EB8053}"/>
              </a:ext>
            </a:extLst>
          </p:cNvPr>
          <p:cNvCxnSpPr>
            <a:cxnSpLocks/>
          </p:cNvCxnSpPr>
          <p:nvPr/>
        </p:nvCxnSpPr>
        <p:spPr>
          <a:xfrm>
            <a:off x="-2436667"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EC0196BA-28A0-4973-B966-7BCE4AEC3E80}"/>
              </a:ext>
            </a:extLst>
          </p:cNvPr>
          <p:cNvCxnSpPr>
            <a:cxnSpLocks/>
          </p:cNvCxnSpPr>
          <p:nvPr/>
        </p:nvCxnSpPr>
        <p:spPr>
          <a:xfrm>
            <a:off x="-2436667"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E52CE924-076A-4469-AD3E-6F5247301B0F}"/>
              </a:ext>
            </a:extLst>
          </p:cNvPr>
          <p:cNvCxnSpPr>
            <a:cxnSpLocks/>
          </p:cNvCxnSpPr>
          <p:nvPr/>
        </p:nvCxnSpPr>
        <p:spPr>
          <a:xfrm>
            <a:off x="-2436667"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D1CF0AFB-9712-4C1D-8D06-B4ABA19AC3F7}"/>
              </a:ext>
            </a:extLst>
          </p:cNvPr>
          <p:cNvSpPr txBox="1"/>
          <p:nvPr/>
        </p:nvSpPr>
        <p:spPr>
          <a:xfrm>
            <a:off x="799242" y="893310"/>
            <a:ext cx="27829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BUDGET</a:t>
            </a:r>
          </a:p>
        </p:txBody>
      </p:sp>
      <p:sp>
        <p:nvSpPr>
          <p:cNvPr id="45" name="TextBox 44">
            <a:extLst>
              <a:ext uri="{FF2B5EF4-FFF2-40B4-BE49-F238E27FC236}">
                <a16:creationId xmlns:a16="http://schemas.microsoft.com/office/drawing/2014/main" id="{F4F9F142-4943-4D81-96D4-60E492B96668}"/>
              </a:ext>
            </a:extLst>
          </p:cNvPr>
          <p:cNvSpPr txBox="1"/>
          <p:nvPr/>
        </p:nvSpPr>
        <p:spPr>
          <a:xfrm>
            <a:off x="1090886" y="2121973"/>
            <a:ext cx="2199628" cy="2708434"/>
          </a:xfrm>
          <a:prstGeom prst="rect">
            <a:avLst/>
          </a:prstGeom>
          <a:noFill/>
        </p:spPr>
        <p:txBody>
          <a:bodyPr wrap="square" rtlCol="0">
            <a:spAutoFit/>
          </a:bodyPr>
          <a:lstStyle/>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Hardware</a:t>
            </a:r>
          </a:p>
          <a:p>
            <a:pPr marR="0" rtl="0">
              <a:spcBef>
                <a:spcPts val="0"/>
              </a:spcBef>
              <a:spcAft>
                <a:spcPts val="0"/>
              </a:spcAft>
            </a:pPr>
            <a:endParaRPr lang="en-US" sz="2400" dirty="0">
              <a:solidFill>
                <a:srgbClr val="FFFFFF"/>
              </a:solidFill>
              <a:latin typeface="Arial Rounded MT Bold" panose="020F0704030504030204" pitchFamily="34" charset="0"/>
              <a:ea typeface="Barlow" panose="00000500000000000000" pitchFamily="2" charset="0"/>
              <a:cs typeface="Barlow" panose="00000500000000000000" pitchFamily="2" charset="0"/>
            </a:endParaRPr>
          </a:p>
          <a:p>
            <a:pPr marR="0" rtl="0">
              <a:spcBef>
                <a:spcPts val="0"/>
              </a:spcBef>
              <a:spcAft>
                <a:spcPts val="0"/>
              </a:spcAft>
            </a:pPr>
            <a:r>
              <a:rPr lang="en-US" sz="26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Software</a:t>
            </a:r>
          </a:p>
          <a:p>
            <a:pPr marR="0" rtl="0">
              <a:spcBef>
                <a:spcPts val="0"/>
              </a:spcBef>
              <a:spcAft>
                <a:spcPts val="0"/>
              </a:spcAft>
            </a:pPr>
            <a:endParaRPr lang="en-US" sz="2400" dirty="0"/>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Provider</a:t>
            </a:r>
          </a:p>
          <a:p>
            <a:pPr marR="0" rtl="0">
              <a:spcBef>
                <a:spcPts val="0"/>
              </a:spcBef>
              <a:spcAft>
                <a:spcPts val="0"/>
              </a:spcAft>
            </a:pPr>
            <a:endParaRPr lang="en-US" sz="2400" baseline="0" dirty="0"/>
          </a:p>
          <a:p>
            <a:pPr marR="0" rtl="0">
              <a:spcBef>
                <a:spcPts val="0"/>
              </a:spcBef>
              <a:spcAft>
                <a:spcPts val="0"/>
              </a:spcAft>
            </a:pPr>
            <a:r>
              <a:rPr lang="en-US" sz="2400" b="0" i="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Total</a:t>
            </a:r>
          </a:p>
        </p:txBody>
      </p:sp>
      <p:pic>
        <p:nvPicPr>
          <p:cNvPr id="6" name="Picture 5">
            <a:extLst>
              <a:ext uri="{FF2B5EF4-FFF2-40B4-BE49-F238E27FC236}">
                <a16:creationId xmlns:a16="http://schemas.microsoft.com/office/drawing/2014/main" id="{A929A6EE-1ED7-4B17-B0D3-8F8487E9A1F2}"/>
              </a:ext>
            </a:extLst>
          </p:cNvPr>
          <p:cNvPicPr>
            <a:picLocks noChangeAspect="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6367442" y="2765849"/>
            <a:ext cx="5629316" cy="3024210"/>
          </a:xfrm>
          <a:prstGeom prst="rect">
            <a:avLst/>
          </a:prstGeom>
        </p:spPr>
      </p:pic>
    </p:spTree>
    <p:extLst>
      <p:ext uri="{BB962C8B-B14F-4D97-AF65-F5344CB8AC3E}">
        <p14:creationId xmlns:p14="http://schemas.microsoft.com/office/powerpoint/2010/main" val="10606755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5E5D412-B44E-9003-792F-CD57A9C55EE1}"/>
              </a:ext>
            </a:extLst>
          </p:cNvPr>
          <p:cNvSpPr/>
          <p:nvPr/>
        </p:nvSpPr>
        <p:spPr>
          <a:xfrm>
            <a:off x="977430" y="35117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6035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F52634-D9F5-98DE-EC7C-DF33BD61C9CE}"/>
              </a:ext>
            </a:extLst>
          </p:cNvPr>
          <p:cNvSpPr txBox="1"/>
          <p:nvPr/>
        </p:nvSpPr>
        <p:spPr>
          <a:xfrm>
            <a:off x="-17592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068A86C-2C7B-3D82-EB2D-3047BAE658EF}"/>
              </a:ext>
            </a:extLst>
          </p:cNvPr>
          <p:cNvSpPr txBox="1"/>
          <p:nvPr/>
        </p:nvSpPr>
        <p:spPr>
          <a:xfrm>
            <a:off x="3559766" y="2121973"/>
            <a:ext cx="3759833" cy="2015936"/>
          </a:xfrm>
          <a:prstGeom prst="rect">
            <a:avLst/>
          </a:prstGeom>
          <a:noFill/>
        </p:spPr>
        <p:txBody>
          <a:bodyPr wrap="square">
            <a:spAutoFit/>
          </a:bodyPr>
          <a:lstStyle/>
          <a:p>
            <a:r>
              <a:rPr lang="en-US" sz="2500" dirty="0">
                <a:solidFill>
                  <a:schemeClr val="bg1"/>
                </a:solidFill>
                <a:latin typeface="Arial Rounded MT Bold" panose="020F0704030504030204" pitchFamily="34" charset="0"/>
              </a:rPr>
              <a:t>Rp150.329.660,-</a:t>
            </a:r>
          </a:p>
          <a:p>
            <a:endParaRPr lang="en-US" sz="2500" dirty="0">
              <a:solidFill>
                <a:schemeClr val="bg1"/>
              </a:solidFill>
              <a:latin typeface="Arial Rounded MT Bold" panose="020F0704030504030204" pitchFamily="34" charset="0"/>
            </a:endParaRPr>
          </a:p>
          <a:p>
            <a:r>
              <a:rPr lang="en-US" sz="2500" dirty="0">
                <a:solidFill>
                  <a:schemeClr val="bg1"/>
                </a:solidFill>
                <a:latin typeface="Arial Rounded MT Bold" panose="020F0704030504030204" pitchFamily="34" charset="0"/>
              </a:rPr>
              <a:t>Rp509.866.300,-</a:t>
            </a:r>
          </a:p>
          <a:p>
            <a:endParaRPr lang="en-US" sz="2500" dirty="0">
              <a:solidFill>
                <a:schemeClr val="bg1"/>
              </a:solidFill>
              <a:latin typeface="Arial Rounded MT Bold" panose="020F0704030504030204" pitchFamily="34" charset="0"/>
            </a:endParaRPr>
          </a:p>
          <a:p>
            <a:r>
              <a:rPr lang="id-ID" sz="2500" dirty="0">
                <a:solidFill>
                  <a:schemeClr val="bg1"/>
                </a:solidFill>
                <a:latin typeface="Arial Rounded MT Bold" panose="020F0704030504030204" pitchFamily="34" charset="0"/>
              </a:rPr>
              <a:t>Rp. 795.000,-</a:t>
            </a:r>
          </a:p>
        </p:txBody>
      </p:sp>
      <p:sp useBgFill="1">
        <p:nvSpPr>
          <p:cNvPr id="28" name="Rectangle 27">
            <a:extLst>
              <a:ext uri="{FF2B5EF4-FFF2-40B4-BE49-F238E27FC236}">
                <a16:creationId xmlns:a16="http://schemas.microsoft.com/office/drawing/2014/main" id="{D1993027-44FC-46E6-AE1E-A605D31FE24D}"/>
              </a:ext>
            </a:extLst>
          </p:cNvPr>
          <p:cNvSpPr/>
          <p:nvPr/>
        </p:nvSpPr>
        <p:spPr>
          <a:xfrm>
            <a:off x="-2830599" y="469299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29" name="TextBox 28">
            <a:extLst>
              <a:ext uri="{FF2B5EF4-FFF2-40B4-BE49-F238E27FC236}">
                <a16:creationId xmlns:a16="http://schemas.microsoft.com/office/drawing/2014/main" id="{DE1A9BB7-3A5E-467A-BFA8-D030B3CFA116}"/>
              </a:ext>
            </a:extLst>
          </p:cNvPr>
          <p:cNvSpPr txBox="1"/>
          <p:nvPr/>
        </p:nvSpPr>
        <p:spPr>
          <a:xfrm>
            <a:off x="-2306123"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4" name="TextBox 33">
            <a:extLst>
              <a:ext uri="{FF2B5EF4-FFF2-40B4-BE49-F238E27FC236}">
                <a16:creationId xmlns:a16="http://schemas.microsoft.com/office/drawing/2014/main" id="{AA19680F-2D5D-4758-BFB6-A6C30BDD84D9}"/>
              </a:ext>
            </a:extLst>
          </p:cNvPr>
          <p:cNvSpPr txBox="1"/>
          <p:nvPr/>
        </p:nvSpPr>
        <p:spPr>
          <a:xfrm>
            <a:off x="-224686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5" name="TextBox 34">
            <a:extLst>
              <a:ext uri="{FF2B5EF4-FFF2-40B4-BE49-F238E27FC236}">
                <a16:creationId xmlns:a16="http://schemas.microsoft.com/office/drawing/2014/main" id="{C812B81F-6D9E-4578-8663-E4418E86F75C}"/>
              </a:ext>
            </a:extLst>
          </p:cNvPr>
          <p:cNvSpPr txBox="1"/>
          <p:nvPr/>
        </p:nvSpPr>
        <p:spPr>
          <a:xfrm>
            <a:off x="-2306123"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6" name="TextBox 35">
            <a:extLst>
              <a:ext uri="{FF2B5EF4-FFF2-40B4-BE49-F238E27FC236}">
                <a16:creationId xmlns:a16="http://schemas.microsoft.com/office/drawing/2014/main" id="{F21A39E9-3FD0-4847-BFD7-BF9137338459}"/>
              </a:ext>
            </a:extLst>
          </p:cNvPr>
          <p:cNvSpPr txBox="1"/>
          <p:nvPr/>
        </p:nvSpPr>
        <p:spPr>
          <a:xfrm>
            <a:off x="-2010290" y="4117954"/>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7" name="TextBox 36">
            <a:extLst>
              <a:ext uri="{FF2B5EF4-FFF2-40B4-BE49-F238E27FC236}">
                <a16:creationId xmlns:a16="http://schemas.microsoft.com/office/drawing/2014/main" id="{BFBD1BF3-5494-409E-8256-DAD2D4013EDE}"/>
              </a:ext>
            </a:extLst>
          </p:cNvPr>
          <p:cNvSpPr txBox="1"/>
          <p:nvPr/>
        </p:nvSpPr>
        <p:spPr>
          <a:xfrm>
            <a:off x="-2010290" y="4774878"/>
            <a:ext cx="101323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8" name="TextBox 37">
            <a:extLst>
              <a:ext uri="{FF2B5EF4-FFF2-40B4-BE49-F238E27FC236}">
                <a16:creationId xmlns:a16="http://schemas.microsoft.com/office/drawing/2014/main" id="{6D722128-81CB-4AAD-BC46-3A2A3D3D1850}"/>
              </a:ext>
            </a:extLst>
          </p:cNvPr>
          <p:cNvSpPr txBox="1"/>
          <p:nvPr/>
        </p:nvSpPr>
        <p:spPr>
          <a:xfrm>
            <a:off x="-2660814"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39" name="Straight Connector 38">
            <a:extLst>
              <a:ext uri="{FF2B5EF4-FFF2-40B4-BE49-F238E27FC236}">
                <a16:creationId xmlns:a16="http://schemas.microsoft.com/office/drawing/2014/main" id="{DA29A954-1E79-43B7-A074-B4363BE64640}"/>
              </a:ext>
            </a:extLst>
          </p:cNvPr>
          <p:cNvCxnSpPr>
            <a:cxnSpLocks/>
          </p:cNvCxnSpPr>
          <p:nvPr/>
        </p:nvCxnSpPr>
        <p:spPr>
          <a:xfrm>
            <a:off x="-2436667"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748FE81B-17B8-446F-804A-422D8961F438}"/>
              </a:ext>
            </a:extLst>
          </p:cNvPr>
          <p:cNvCxnSpPr>
            <a:cxnSpLocks/>
          </p:cNvCxnSpPr>
          <p:nvPr/>
        </p:nvCxnSpPr>
        <p:spPr>
          <a:xfrm>
            <a:off x="-2436667"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718EE24E-DFC5-4918-B692-CF5A96EB8053}"/>
              </a:ext>
            </a:extLst>
          </p:cNvPr>
          <p:cNvCxnSpPr>
            <a:cxnSpLocks/>
          </p:cNvCxnSpPr>
          <p:nvPr/>
        </p:nvCxnSpPr>
        <p:spPr>
          <a:xfrm>
            <a:off x="-2436667"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EC0196BA-28A0-4973-B966-7BCE4AEC3E80}"/>
              </a:ext>
            </a:extLst>
          </p:cNvPr>
          <p:cNvCxnSpPr>
            <a:cxnSpLocks/>
          </p:cNvCxnSpPr>
          <p:nvPr/>
        </p:nvCxnSpPr>
        <p:spPr>
          <a:xfrm>
            <a:off x="-2436667"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E52CE924-076A-4469-AD3E-6F5247301B0F}"/>
              </a:ext>
            </a:extLst>
          </p:cNvPr>
          <p:cNvCxnSpPr>
            <a:cxnSpLocks/>
          </p:cNvCxnSpPr>
          <p:nvPr/>
        </p:nvCxnSpPr>
        <p:spPr>
          <a:xfrm>
            <a:off x="-2436667"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D1CF0AFB-9712-4C1D-8D06-B4ABA19AC3F7}"/>
              </a:ext>
            </a:extLst>
          </p:cNvPr>
          <p:cNvSpPr txBox="1"/>
          <p:nvPr/>
        </p:nvSpPr>
        <p:spPr>
          <a:xfrm>
            <a:off x="799242" y="893310"/>
            <a:ext cx="27829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BUDGET</a:t>
            </a:r>
          </a:p>
        </p:txBody>
      </p:sp>
      <p:sp>
        <p:nvSpPr>
          <p:cNvPr id="45" name="TextBox 44">
            <a:extLst>
              <a:ext uri="{FF2B5EF4-FFF2-40B4-BE49-F238E27FC236}">
                <a16:creationId xmlns:a16="http://schemas.microsoft.com/office/drawing/2014/main" id="{F4F9F142-4943-4D81-96D4-60E492B96668}"/>
              </a:ext>
            </a:extLst>
          </p:cNvPr>
          <p:cNvSpPr txBox="1"/>
          <p:nvPr/>
        </p:nvSpPr>
        <p:spPr>
          <a:xfrm>
            <a:off x="1090886" y="2121973"/>
            <a:ext cx="2199628" cy="2739211"/>
          </a:xfrm>
          <a:prstGeom prst="rect">
            <a:avLst/>
          </a:prstGeom>
          <a:noFill/>
        </p:spPr>
        <p:txBody>
          <a:bodyPr wrap="square" rtlCol="0">
            <a:spAutoFit/>
          </a:bodyPr>
          <a:lstStyle/>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Hardware</a:t>
            </a:r>
          </a:p>
          <a:p>
            <a:pPr marR="0" rtl="0">
              <a:spcBef>
                <a:spcPts val="0"/>
              </a:spcBef>
              <a:spcAft>
                <a:spcPts val="0"/>
              </a:spcAft>
            </a:pPr>
            <a:endParaRPr lang="en-US" sz="2400" dirty="0">
              <a:solidFill>
                <a:srgbClr val="FFFFFF"/>
              </a:solidFill>
              <a:latin typeface="Arial Rounded MT Bold" panose="020F0704030504030204" pitchFamily="34" charset="0"/>
              <a:ea typeface="Barlow" panose="00000500000000000000" pitchFamily="2" charset="0"/>
              <a:cs typeface="Barlow" panose="00000500000000000000" pitchFamily="2" charset="0"/>
            </a:endParaRPr>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Software</a:t>
            </a:r>
          </a:p>
          <a:p>
            <a:pPr marR="0" rtl="0">
              <a:spcBef>
                <a:spcPts val="0"/>
              </a:spcBef>
              <a:spcAft>
                <a:spcPts val="0"/>
              </a:spcAft>
            </a:pPr>
            <a:endParaRPr lang="en-US" sz="2400" dirty="0"/>
          </a:p>
          <a:p>
            <a:pPr marR="0" rtl="0">
              <a:spcBef>
                <a:spcPts val="0"/>
              </a:spcBef>
              <a:spcAft>
                <a:spcPts val="0"/>
              </a:spcAft>
            </a:pPr>
            <a:r>
              <a:rPr lang="en-US" sz="26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Provider</a:t>
            </a:r>
          </a:p>
          <a:p>
            <a:pPr marR="0" rtl="0">
              <a:spcBef>
                <a:spcPts val="0"/>
              </a:spcBef>
              <a:spcAft>
                <a:spcPts val="0"/>
              </a:spcAft>
            </a:pPr>
            <a:endParaRPr lang="en-US" sz="2400" baseline="0" dirty="0"/>
          </a:p>
          <a:p>
            <a:pPr marR="0" rtl="0">
              <a:spcBef>
                <a:spcPts val="0"/>
              </a:spcBef>
              <a:spcAft>
                <a:spcPts val="0"/>
              </a:spcAft>
            </a:pPr>
            <a:r>
              <a:rPr lang="en-US" sz="2400" b="0" i="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Total</a:t>
            </a:r>
          </a:p>
        </p:txBody>
      </p:sp>
    </p:spTree>
    <p:extLst>
      <p:ext uri="{BB962C8B-B14F-4D97-AF65-F5344CB8AC3E}">
        <p14:creationId xmlns:p14="http://schemas.microsoft.com/office/powerpoint/2010/main" val="122862610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5E5D412-B44E-9003-792F-CD57A9C55EE1}"/>
              </a:ext>
            </a:extLst>
          </p:cNvPr>
          <p:cNvSpPr/>
          <p:nvPr/>
        </p:nvSpPr>
        <p:spPr>
          <a:xfrm>
            <a:off x="977430" y="4222985"/>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33" name="Oval 32">
            <a:extLst>
              <a:ext uri="{FF2B5EF4-FFF2-40B4-BE49-F238E27FC236}">
                <a16:creationId xmlns:a16="http://schemas.microsoft.com/office/drawing/2014/main" id="{BD4ED045-964B-F3EE-F8D1-E216291FCC48}"/>
              </a:ext>
            </a:extLst>
          </p:cNvPr>
          <p:cNvSpPr/>
          <p:nvPr/>
        </p:nvSpPr>
        <p:spPr>
          <a:xfrm>
            <a:off x="5879350" y="1355608"/>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6035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F52634-D9F5-98DE-EC7C-DF33BD61C9CE}"/>
              </a:ext>
            </a:extLst>
          </p:cNvPr>
          <p:cNvSpPr txBox="1"/>
          <p:nvPr/>
        </p:nvSpPr>
        <p:spPr>
          <a:xfrm>
            <a:off x="-17592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useBgFill="1">
        <p:nvSpPr>
          <p:cNvPr id="4" name="Oval 3">
            <a:extLst>
              <a:ext uri="{FF2B5EF4-FFF2-40B4-BE49-F238E27FC236}">
                <a16:creationId xmlns:a16="http://schemas.microsoft.com/office/drawing/2014/main" id="{9B8A1C02-A881-8C0F-D88F-89EDF485CFB0}"/>
              </a:ext>
            </a:extLst>
          </p:cNvPr>
          <p:cNvSpPr/>
          <p:nvPr/>
        </p:nvSpPr>
        <p:spPr>
          <a:xfrm>
            <a:off x="8801979" y="-981502"/>
            <a:ext cx="3759833" cy="378677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068A86C-2C7B-3D82-EB2D-3047BAE658EF}"/>
              </a:ext>
            </a:extLst>
          </p:cNvPr>
          <p:cNvSpPr txBox="1"/>
          <p:nvPr/>
        </p:nvSpPr>
        <p:spPr>
          <a:xfrm>
            <a:off x="3559766" y="2121973"/>
            <a:ext cx="3759833" cy="2785378"/>
          </a:xfrm>
          <a:prstGeom prst="rect">
            <a:avLst/>
          </a:prstGeom>
          <a:noFill/>
        </p:spPr>
        <p:txBody>
          <a:bodyPr wrap="square">
            <a:spAutoFit/>
          </a:bodyPr>
          <a:lstStyle/>
          <a:p>
            <a:r>
              <a:rPr lang="en-US" sz="2500" dirty="0">
                <a:solidFill>
                  <a:schemeClr val="bg1"/>
                </a:solidFill>
                <a:latin typeface="Arial Rounded MT Bold" panose="020F0704030504030204" pitchFamily="34" charset="0"/>
              </a:rPr>
              <a:t>Rp150.329.660,-</a:t>
            </a:r>
          </a:p>
          <a:p>
            <a:endParaRPr lang="en-US" sz="2500" dirty="0">
              <a:solidFill>
                <a:schemeClr val="bg1"/>
              </a:solidFill>
              <a:latin typeface="Arial Rounded MT Bold" panose="020F0704030504030204" pitchFamily="34" charset="0"/>
            </a:endParaRPr>
          </a:p>
          <a:p>
            <a:r>
              <a:rPr lang="en-US" sz="2500" dirty="0">
                <a:solidFill>
                  <a:schemeClr val="bg1"/>
                </a:solidFill>
                <a:latin typeface="Arial Rounded MT Bold" panose="020F0704030504030204" pitchFamily="34" charset="0"/>
              </a:rPr>
              <a:t>Rp509.866.300,-</a:t>
            </a:r>
          </a:p>
          <a:p>
            <a:endParaRPr lang="en-US" sz="2500" dirty="0">
              <a:solidFill>
                <a:schemeClr val="bg1"/>
              </a:solidFill>
              <a:latin typeface="Arial Rounded MT Bold" panose="020F0704030504030204" pitchFamily="34" charset="0"/>
            </a:endParaRPr>
          </a:p>
          <a:p>
            <a:r>
              <a:rPr lang="id-ID" sz="2500" dirty="0">
                <a:solidFill>
                  <a:schemeClr val="bg1"/>
                </a:solidFill>
                <a:latin typeface="Arial Rounded MT Bold" panose="020F0704030504030204" pitchFamily="34" charset="0"/>
              </a:rPr>
              <a:t>Rp. 795.000,-</a:t>
            </a:r>
            <a:endParaRPr lang="en-US" sz="2500" dirty="0">
              <a:solidFill>
                <a:schemeClr val="bg1"/>
              </a:solidFill>
              <a:latin typeface="Arial Rounded MT Bold" panose="020F0704030504030204" pitchFamily="34" charset="0"/>
            </a:endParaRPr>
          </a:p>
          <a:p>
            <a:endParaRPr lang="en-US" sz="2500" dirty="0">
              <a:solidFill>
                <a:schemeClr val="bg1"/>
              </a:solidFill>
              <a:latin typeface="Arial Rounded MT Bold" panose="020F0704030504030204" pitchFamily="34" charset="0"/>
            </a:endParaRPr>
          </a:p>
          <a:p>
            <a:r>
              <a:rPr lang="id-ID" sz="2500" b="1" dirty="0">
                <a:solidFill>
                  <a:schemeClr val="bg1"/>
                </a:solidFill>
                <a:latin typeface="Arial Rounded MT Bold" panose="020F0704030504030204" pitchFamily="34" charset="0"/>
              </a:rPr>
              <a:t>Rp660.990.960,-</a:t>
            </a:r>
          </a:p>
        </p:txBody>
      </p:sp>
      <p:sp useBgFill="1">
        <p:nvSpPr>
          <p:cNvPr id="28" name="Rectangle 27">
            <a:extLst>
              <a:ext uri="{FF2B5EF4-FFF2-40B4-BE49-F238E27FC236}">
                <a16:creationId xmlns:a16="http://schemas.microsoft.com/office/drawing/2014/main" id="{D1993027-44FC-46E6-AE1E-A605D31FE24D}"/>
              </a:ext>
            </a:extLst>
          </p:cNvPr>
          <p:cNvSpPr/>
          <p:nvPr/>
        </p:nvSpPr>
        <p:spPr>
          <a:xfrm>
            <a:off x="-2830599" y="4692990"/>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ineapple Days"/>
              <a:ea typeface="+mn-ea"/>
              <a:cs typeface="+mn-cs"/>
            </a:endParaRPr>
          </a:p>
        </p:txBody>
      </p:sp>
      <p:sp>
        <p:nvSpPr>
          <p:cNvPr id="29" name="TextBox 28">
            <a:extLst>
              <a:ext uri="{FF2B5EF4-FFF2-40B4-BE49-F238E27FC236}">
                <a16:creationId xmlns:a16="http://schemas.microsoft.com/office/drawing/2014/main" id="{DE1A9BB7-3A5E-467A-BFA8-D030B3CFA116}"/>
              </a:ext>
            </a:extLst>
          </p:cNvPr>
          <p:cNvSpPr txBox="1"/>
          <p:nvPr/>
        </p:nvSpPr>
        <p:spPr>
          <a:xfrm>
            <a:off x="-2306123" y="2103944"/>
            <a:ext cx="16810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Hardware</a:t>
            </a:r>
          </a:p>
        </p:txBody>
      </p:sp>
      <p:sp>
        <p:nvSpPr>
          <p:cNvPr id="34" name="TextBox 33">
            <a:extLst>
              <a:ext uri="{FF2B5EF4-FFF2-40B4-BE49-F238E27FC236}">
                <a16:creationId xmlns:a16="http://schemas.microsoft.com/office/drawing/2014/main" id="{AA19680F-2D5D-4758-BFB6-A6C30BDD84D9}"/>
              </a:ext>
            </a:extLst>
          </p:cNvPr>
          <p:cNvSpPr txBox="1"/>
          <p:nvPr/>
        </p:nvSpPr>
        <p:spPr>
          <a:xfrm>
            <a:off x="-2246860" y="2784042"/>
            <a:ext cx="14990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Software</a:t>
            </a:r>
          </a:p>
        </p:txBody>
      </p:sp>
      <p:sp>
        <p:nvSpPr>
          <p:cNvPr id="35" name="TextBox 34">
            <a:extLst>
              <a:ext uri="{FF2B5EF4-FFF2-40B4-BE49-F238E27FC236}">
                <a16:creationId xmlns:a16="http://schemas.microsoft.com/office/drawing/2014/main" id="{C812B81F-6D9E-4578-8663-E4418E86F75C}"/>
              </a:ext>
            </a:extLst>
          </p:cNvPr>
          <p:cNvSpPr txBox="1"/>
          <p:nvPr/>
        </p:nvSpPr>
        <p:spPr>
          <a:xfrm>
            <a:off x="-2306123" y="3444454"/>
            <a:ext cx="14673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Topology</a:t>
            </a:r>
          </a:p>
        </p:txBody>
      </p:sp>
      <p:sp>
        <p:nvSpPr>
          <p:cNvPr id="36" name="TextBox 35">
            <a:extLst>
              <a:ext uri="{FF2B5EF4-FFF2-40B4-BE49-F238E27FC236}">
                <a16:creationId xmlns:a16="http://schemas.microsoft.com/office/drawing/2014/main" id="{F21A39E9-3FD0-4847-BFD7-BF9137338459}"/>
              </a:ext>
            </a:extLst>
          </p:cNvPr>
          <p:cNvSpPr txBox="1"/>
          <p:nvPr/>
        </p:nvSpPr>
        <p:spPr>
          <a:xfrm>
            <a:off x="-2010290" y="4117954"/>
            <a:ext cx="13180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Map</a:t>
            </a:r>
          </a:p>
        </p:txBody>
      </p:sp>
      <p:sp>
        <p:nvSpPr>
          <p:cNvPr id="37" name="TextBox 36">
            <a:extLst>
              <a:ext uri="{FF2B5EF4-FFF2-40B4-BE49-F238E27FC236}">
                <a16:creationId xmlns:a16="http://schemas.microsoft.com/office/drawing/2014/main" id="{BFBD1BF3-5494-409E-8256-DAD2D4013EDE}"/>
              </a:ext>
            </a:extLst>
          </p:cNvPr>
          <p:cNvSpPr txBox="1"/>
          <p:nvPr/>
        </p:nvSpPr>
        <p:spPr>
          <a:xfrm>
            <a:off x="-2010290" y="4774878"/>
            <a:ext cx="101323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white"/>
                </a:solidFill>
                <a:effectLst/>
                <a:uLnTx/>
                <a:uFillTx/>
                <a:latin typeface="Pineapple Days"/>
                <a:ea typeface="+mn-ea"/>
                <a:cs typeface="+mn-cs"/>
              </a:rPr>
              <a:t>Cost</a:t>
            </a:r>
          </a:p>
        </p:txBody>
      </p:sp>
      <p:sp>
        <p:nvSpPr>
          <p:cNvPr id="38" name="TextBox 37">
            <a:extLst>
              <a:ext uri="{FF2B5EF4-FFF2-40B4-BE49-F238E27FC236}">
                <a16:creationId xmlns:a16="http://schemas.microsoft.com/office/drawing/2014/main" id="{6D722128-81CB-4AAD-BC46-3A2A3D3D1850}"/>
              </a:ext>
            </a:extLst>
          </p:cNvPr>
          <p:cNvSpPr txBox="1"/>
          <p:nvPr/>
        </p:nvSpPr>
        <p:spPr>
          <a:xfrm>
            <a:off x="-2660814" y="1430443"/>
            <a:ext cx="24688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ineapple Days"/>
                <a:ea typeface="+mn-ea"/>
                <a:cs typeface="+mn-cs"/>
              </a:rPr>
              <a:t>System Analysis</a:t>
            </a:r>
          </a:p>
        </p:txBody>
      </p:sp>
      <p:cxnSp>
        <p:nvCxnSpPr>
          <p:cNvPr id="39" name="Straight Connector 38">
            <a:extLst>
              <a:ext uri="{FF2B5EF4-FFF2-40B4-BE49-F238E27FC236}">
                <a16:creationId xmlns:a16="http://schemas.microsoft.com/office/drawing/2014/main" id="{DA29A954-1E79-43B7-A074-B4363BE64640}"/>
              </a:ext>
            </a:extLst>
          </p:cNvPr>
          <p:cNvCxnSpPr>
            <a:cxnSpLocks/>
          </p:cNvCxnSpPr>
          <p:nvPr/>
        </p:nvCxnSpPr>
        <p:spPr>
          <a:xfrm>
            <a:off x="-2436667" y="199802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748FE81B-17B8-446F-804A-422D8961F438}"/>
              </a:ext>
            </a:extLst>
          </p:cNvPr>
          <p:cNvCxnSpPr>
            <a:cxnSpLocks/>
          </p:cNvCxnSpPr>
          <p:nvPr/>
        </p:nvCxnSpPr>
        <p:spPr>
          <a:xfrm>
            <a:off x="-2436667" y="267152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718EE24E-DFC5-4918-B692-CF5A96EB8053}"/>
              </a:ext>
            </a:extLst>
          </p:cNvPr>
          <p:cNvCxnSpPr>
            <a:cxnSpLocks/>
          </p:cNvCxnSpPr>
          <p:nvPr/>
        </p:nvCxnSpPr>
        <p:spPr>
          <a:xfrm>
            <a:off x="-2436667" y="334502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EC0196BA-28A0-4973-B966-7BCE4AEC3E80}"/>
              </a:ext>
            </a:extLst>
          </p:cNvPr>
          <p:cNvCxnSpPr>
            <a:cxnSpLocks/>
          </p:cNvCxnSpPr>
          <p:nvPr/>
        </p:nvCxnSpPr>
        <p:spPr>
          <a:xfrm>
            <a:off x="-2436667" y="401852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E52CE924-076A-4469-AD3E-6F5247301B0F}"/>
              </a:ext>
            </a:extLst>
          </p:cNvPr>
          <p:cNvCxnSpPr>
            <a:cxnSpLocks/>
          </p:cNvCxnSpPr>
          <p:nvPr/>
        </p:nvCxnSpPr>
        <p:spPr>
          <a:xfrm>
            <a:off x="-2436667" y="469203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44" name="TextBox 43">
            <a:extLst>
              <a:ext uri="{FF2B5EF4-FFF2-40B4-BE49-F238E27FC236}">
                <a16:creationId xmlns:a16="http://schemas.microsoft.com/office/drawing/2014/main" id="{D1CF0AFB-9712-4C1D-8D06-B4ABA19AC3F7}"/>
              </a:ext>
            </a:extLst>
          </p:cNvPr>
          <p:cNvSpPr txBox="1"/>
          <p:nvPr/>
        </p:nvSpPr>
        <p:spPr>
          <a:xfrm>
            <a:off x="799242" y="893310"/>
            <a:ext cx="278291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BUDGET</a:t>
            </a:r>
          </a:p>
        </p:txBody>
      </p:sp>
      <p:sp>
        <p:nvSpPr>
          <p:cNvPr id="45" name="TextBox 44">
            <a:extLst>
              <a:ext uri="{FF2B5EF4-FFF2-40B4-BE49-F238E27FC236}">
                <a16:creationId xmlns:a16="http://schemas.microsoft.com/office/drawing/2014/main" id="{F4F9F142-4943-4D81-96D4-60E492B96668}"/>
              </a:ext>
            </a:extLst>
          </p:cNvPr>
          <p:cNvSpPr txBox="1"/>
          <p:nvPr/>
        </p:nvSpPr>
        <p:spPr>
          <a:xfrm>
            <a:off x="1090886" y="2121973"/>
            <a:ext cx="2199628" cy="2739211"/>
          </a:xfrm>
          <a:prstGeom prst="rect">
            <a:avLst/>
          </a:prstGeom>
          <a:noFill/>
        </p:spPr>
        <p:txBody>
          <a:bodyPr wrap="square" rtlCol="0">
            <a:spAutoFit/>
          </a:bodyPr>
          <a:lstStyle/>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Hardware</a:t>
            </a:r>
          </a:p>
          <a:p>
            <a:pPr marR="0" rtl="0">
              <a:spcBef>
                <a:spcPts val="0"/>
              </a:spcBef>
              <a:spcAft>
                <a:spcPts val="0"/>
              </a:spcAft>
            </a:pPr>
            <a:endParaRPr lang="en-US" sz="2400" dirty="0">
              <a:solidFill>
                <a:srgbClr val="FFFFFF"/>
              </a:solidFill>
              <a:latin typeface="Arial Rounded MT Bold" panose="020F0704030504030204" pitchFamily="34" charset="0"/>
              <a:ea typeface="Barlow" panose="00000500000000000000" pitchFamily="2" charset="0"/>
              <a:cs typeface="Barlow" panose="00000500000000000000" pitchFamily="2" charset="0"/>
            </a:endParaRPr>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Software</a:t>
            </a:r>
          </a:p>
          <a:p>
            <a:pPr marR="0" rtl="0">
              <a:spcBef>
                <a:spcPts val="0"/>
              </a:spcBef>
              <a:spcAft>
                <a:spcPts val="0"/>
              </a:spcAft>
            </a:pPr>
            <a:endParaRPr lang="en-US" sz="2400" dirty="0"/>
          </a:p>
          <a:p>
            <a:pPr marR="0" rtl="0">
              <a:spcBef>
                <a:spcPts val="0"/>
              </a:spcBef>
              <a:spcAft>
                <a:spcPts val="0"/>
              </a:spcAft>
            </a:pPr>
            <a:r>
              <a:rPr lang="en-US" sz="2400" b="0" i="0" baseline="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Provider</a:t>
            </a:r>
          </a:p>
          <a:p>
            <a:pPr marR="0" rtl="0">
              <a:spcBef>
                <a:spcPts val="0"/>
              </a:spcBef>
              <a:spcAft>
                <a:spcPts val="0"/>
              </a:spcAft>
            </a:pPr>
            <a:endParaRPr lang="en-US" sz="2400" baseline="0" dirty="0"/>
          </a:p>
          <a:p>
            <a:pPr marR="0" rtl="0">
              <a:spcBef>
                <a:spcPts val="0"/>
              </a:spcBef>
              <a:spcAft>
                <a:spcPts val="0"/>
              </a:spcAft>
            </a:pPr>
            <a:r>
              <a:rPr lang="en-US" sz="2600" b="0" i="0" dirty="0">
                <a:solidFill>
                  <a:srgbClr val="FFFFFF"/>
                </a:solidFill>
                <a:effectLst/>
                <a:latin typeface="Arial Rounded MT Bold" panose="020F0704030504030204" pitchFamily="34" charset="0"/>
                <a:ea typeface="Barlow" panose="00000500000000000000" pitchFamily="2" charset="0"/>
                <a:cs typeface="Barlow" panose="00000500000000000000" pitchFamily="2" charset="0"/>
              </a:rPr>
              <a:t>Total</a:t>
            </a:r>
          </a:p>
        </p:txBody>
      </p:sp>
    </p:spTree>
    <p:extLst>
      <p:ext uri="{BB962C8B-B14F-4D97-AF65-F5344CB8AC3E}">
        <p14:creationId xmlns:p14="http://schemas.microsoft.com/office/powerpoint/2010/main" val="348033904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3" name="Oval 32">
            <a:extLst>
              <a:ext uri="{FF2B5EF4-FFF2-40B4-BE49-F238E27FC236}">
                <a16:creationId xmlns:a16="http://schemas.microsoft.com/office/drawing/2014/main" id="{BD4ED045-964B-F3EE-F8D1-E216291FCC48}"/>
              </a:ext>
            </a:extLst>
          </p:cNvPr>
          <p:cNvSpPr/>
          <p:nvPr/>
        </p:nvSpPr>
        <p:spPr>
          <a:xfrm>
            <a:off x="924560" y="572540"/>
            <a:ext cx="677140" cy="642806"/>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Oval 31">
            <a:extLst>
              <a:ext uri="{FF2B5EF4-FFF2-40B4-BE49-F238E27FC236}">
                <a16:creationId xmlns:a16="http://schemas.microsoft.com/office/drawing/2014/main" id="{AB3E76E7-F18A-413E-8D30-1451BF80F7A8}"/>
              </a:ext>
            </a:extLst>
          </p:cNvPr>
          <p:cNvSpPr/>
          <p:nvPr/>
        </p:nvSpPr>
        <p:spPr>
          <a:xfrm>
            <a:off x="8911270" y="5425629"/>
            <a:ext cx="1820230" cy="1775271"/>
          </a:xfrm>
          <a:prstGeom prst="ellipse">
            <a:avLst/>
          </a:prstGeom>
          <a:ln>
            <a:noFill/>
          </a:ln>
          <a:effectLst>
            <a:innerShdw blurRad="3937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7B12E797-49F2-BD9C-A55B-1789FE92ADB9}"/>
              </a:ext>
            </a:extLst>
          </p:cNvPr>
          <p:cNvSpPr/>
          <p:nvPr/>
        </p:nvSpPr>
        <p:spPr>
          <a:xfrm>
            <a:off x="-2514600" y="0"/>
            <a:ext cx="2468880" cy="6858000"/>
          </a:xfrm>
          <a:prstGeom prst="rect">
            <a:avLst/>
          </a:prstGeom>
          <a:ln w="28575">
            <a:noFill/>
          </a:ln>
          <a:effectLst>
            <a:outerShdw blurRad="4445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useBgFill="1">
        <p:nvSpPr>
          <p:cNvPr id="27" name="Rectangle 26">
            <a:extLst>
              <a:ext uri="{FF2B5EF4-FFF2-40B4-BE49-F238E27FC236}">
                <a16:creationId xmlns:a16="http://schemas.microsoft.com/office/drawing/2014/main" id="{A85775B7-B130-C820-D91E-DA3A06AA58BB}"/>
              </a:ext>
            </a:extLst>
          </p:cNvPr>
          <p:cNvSpPr/>
          <p:nvPr/>
        </p:nvSpPr>
        <p:spPr>
          <a:xfrm>
            <a:off x="-2506749" y="374373"/>
            <a:ext cx="2468880" cy="673497"/>
          </a:xfrm>
          <a:prstGeom prst="rect">
            <a:avLst/>
          </a:prstGeom>
          <a:ln w="28575">
            <a:solidFill>
              <a:schemeClr val="bg1"/>
            </a:solidFill>
          </a:ln>
          <a:effectLst>
            <a:innerShdw blurRad="3429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ineapple Days"/>
            </a:endParaRPr>
          </a:p>
        </p:txBody>
      </p:sp>
      <p:sp>
        <p:nvSpPr>
          <p:cNvPr id="9" name="TextBox 8">
            <a:extLst>
              <a:ext uri="{FF2B5EF4-FFF2-40B4-BE49-F238E27FC236}">
                <a16:creationId xmlns:a16="http://schemas.microsoft.com/office/drawing/2014/main" id="{6BF52634-D9F5-98DE-EC7C-DF33BD61C9CE}"/>
              </a:ext>
            </a:extLst>
          </p:cNvPr>
          <p:cNvSpPr txBox="1"/>
          <p:nvPr/>
        </p:nvSpPr>
        <p:spPr>
          <a:xfrm>
            <a:off x="-1670397" y="480290"/>
            <a:ext cx="796177" cy="461665"/>
          </a:xfrm>
          <a:prstGeom prst="rect">
            <a:avLst/>
          </a:prstGeom>
          <a:noFill/>
        </p:spPr>
        <p:txBody>
          <a:bodyPr wrap="square" rtlCol="0">
            <a:spAutoFit/>
          </a:bodyPr>
          <a:lstStyle/>
          <a:p>
            <a:r>
              <a:rPr lang="en-US" sz="2400" b="1" dirty="0">
                <a:solidFill>
                  <a:schemeClr val="bg1"/>
                </a:solidFill>
                <a:latin typeface="Pineapple Days"/>
              </a:rPr>
              <a:t>MPS</a:t>
            </a:r>
          </a:p>
        </p:txBody>
      </p:sp>
      <p:sp>
        <p:nvSpPr>
          <p:cNvPr id="10" name="TextBox 9">
            <a:extLst>
              <a:ext uri="{FF2B5EF4-FFF2-40B4-BE49-F238E27FC236}">
                <a16:creationId xmlns:a16="http://schemas.microsoft.com/office/drawing/2014/main" id="{7FDFA4B4-B945-F6CC-386E-68060FEFD027}"/>
              </a:ext>
            </a:extLst>
          </p:cNvPr>
          <p:cNvSpPr txBox="1"/>
          <p:nvPr/>
        </p:nvSpPr>
        <p:spPr>
          <a:xfrm>
            <a:off x="-1670397" y="1153791"/>
            <a:ext cx="796176" cy="461665"/>
          </a:xfrm>
          <a:prstGeom prst="rect">
            <a:avLst/>
          </a:prstGeom>
          <a:noFill/>
        </p:spPr>
        <p:txBody>
          <a:bodyPr wrap="square" rtlCol="0">
            <a:spAutoFit/>
          </a:bodyPr>
          <a:lstStyle/>
          <a:p>
            <a:r>
              <a:rPr lang="en-US" sz="2400" b="1" dirty="0">
                <a:solidFill>
                  <a:schemeClr val="bg1"/>
                </a:solidFill>
                <a:latin typeface="Pineapple Days"/>
              </a:rPr>
              <a:t>BPH</a:t>
            </a:r>
          </a:p>
        </p:txBody>
      </p:sp>
      <p:sp>
        <p:nvSpPr>
          <p:cNvPr id="11" name="TextBox 10">
            <a:extLst>
              <a:ext uri="{FF2B5EF4-FFF2-40B4-BE49-F238E27FC236}">
                <a16:creationId xmlns:a16="http://schemas.microsoft.com/office/drawing/2014/main" id="{45C2A972-C651-06E9-091A-9FF49D0B18DF}"/>
              </a:ext>
            </a:extLst>
          </p:cNvPr>
          <p:cNvSpPr txBox="1"/>
          <p:nvPr/>
        </p:nvSpPr>
        <p:spPr>
          <a:xfrm>
            <a:off x="-1923010" y="1827292"/>
            <a:ext cx="1382683"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1</a:t>
            </a:r>
          </a:p>
        </p:txBody>
      </p:sp>
      <p:sp>
        <p:nvSpPr>
          <p:cNvPr id="12" name="TextBox 11">
            <a:extLst>
              <a:ext uri="{FF2B5EF4-FFF2-40B4-BE49-F238E27FC236}">
                <a16:creationId xmlns:a16="http://schemas.microsoft.com/office/drawing/2014/main" id="{3B22D6AF-79BD-A4EF-025A-8738B68229D4}"/>
              </a:ext>
            </a:extLst>
          </p:cNvPr>
          <p:cNvSpPr txBox="1"/>
          <p:nvPr/>
        </p:nvSpPr>
        <p:spPr>
          <a:xfrm>
            <a:off x="-1900844" y="2500793"/>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2</a:t>
            </a:r>
          </a:p>
        </p:txBody>
      </p:sp>
      <p:sp>
        <p:nvSpPr>
          <p:cNvPr id="13" name="TextBox 12">
            <a:extLst>
              <a:ext uri="{FF2B5EF4-FFF2-40B4-BE49-F238E27FC236}">
                <a16:creationId xmlns:a16="http://schemas.microsoft.com/office/drawing/2014/main" id="{19A5E7C0-6EB3-E2C0-A1DB-A920A07D85D9}"/>
              </a:ext>
            </a:extLst>
          </p:cNvPr>
          <p:cNvSpPr txBox="1"/>
          <p:nvPr/>
        </p:nvSpPr>
        <p:spPr>
          <a:xfrm>
            <a:off x="-1890684" y="3174294"/>
            <a:ext cx="1318030" cy="461665"/>
          </a:xfrm>
          <a:prstGeom prst="rect">
            <a:avLst/>
          </a:prstGeom>
          <a:noFill/>
        </p:spPr>
        <p:txBody>
          <a:bodyPr wrap="square" rtlCol="0">
            <a:spAutoFit/>
          </a:bodyPr>
          <a:lstStyle/>
          <a:p>
            <a:r>
              <a:rPr lang="en-US" sz="2400" b="1" dirty="0" err="1">
                <a:solidFill>
                  <a:schemeClr val="bg1"/>
                </a:solidFill>
                <a:latin typeface="Pineapple Days"/>
              </a:rPr>
              <a:t>Komisi</a:t>
            </a:r>
            <a:r>
              <a:rPr lang="en-US" sz="2400" b="1" dirty="0">
                <a:solidFill>
                  <a:schemeClr val="bg1"/>
                </a:solidFill>
                <a:latin typeface="Pineapple Days"/>
              </a:rPr>
              <a:t> 3</a:t>
            </a:r>
          </a:p>
        </p:txBody>
      </p:sp>
      <p:sp>
        <p:nvSpPr>
          <p:cNvPr id="14" name="TextBox 13">
            <a:extLst>
              <a:ext uri="{FF2B5EF4-FFF2-40B4-BE49-F238E27FC236}">
                <a16:creationId xmlns:a16="http://schemas.microsoft.com/office/drawing/2014/main" id="{C5E74AF9-A7DA-F7FC-477F-DA6B8903753C}"/>
              </a:ext>
            </a:extLst>
          </p:cNvPr>
          <p:cNvSpPr txBox="1"/>
          <p:nvPr/>
        </p:nvSpPr>
        <p:spPr>
          <a:xfrm>
            <a:off x="-1778925" y="3847795"/>
            <a:ext cx="1013233" cy="461665"/>
          </a:xfrm>
          <a:prstGeom prst="rect">
            <a:avLst/>
          </a:prstGeom>
          <a:noFill/>
        </p:spPr>
        <p:txBody>
          <a:bodyPr wrap="square" rtlCol="0">
            <a:spAutoFit/>
          </a:bodyPr>
          <a:lstStyle/>
          <a:p>
            <a:r>
              <a:rPr lang="en-US" sz="2400" b="1" dirty="0" err="1">
                <a:solidFill>
                  <a:schemeClr val="bg1"/>
                </a:solidFill>
                <a:latin typeface="Pineapple Days"/>
              </a:rPr>
              <a:t>Fungsi</a:t>
            </a:r>
            <a:endParaRPr lang="en-US" sz="2400" b="1" dirty="0">
              <a:solidFill>
                <a:schemeClr val="bg1"/>
              </a:solidFill>
              <a:latin typeface="Pineapple Days"/>
            </a:endParaRPr>
          </a:p>
        </p:txBody>
      </p:sp>
      <p:sp>
        <p:nvSpPr>
          <p:cNvPr id="15" name="TextBox 14">
            <a:extLst>
              <a:ext uri="{FF2B5EF4-FFF2-40B4-BE49-F238E27FC236}">
                <a16:creationId xmlns:a16="http://schemas.microsoft.com/office/drawing/2014/main" id="{645A7951-681E-C0D3-4835-8B1E6D8FC98D}"/>
              </a:ext>
            </a:extLst>
          </p:cNvPr>
          <p:cNvSpPr txBox="1"/>
          <p:nvPr/>
        </p:nvSpPr>
        <p:spPr>
          <a:xfrm>
            <a:off x="-1723508" y="4521296"/>
            <a:ext cx="902398" cy="461665"/>
          </a:xfrm>
          <a:prstGeom prst="rect">
            <a:avLst/>
          </a:prstGeom>
          <a:noFill/>
        </p:spPr>
        <p:txBody>
          <a:bodyPr wrap="square" rtlCol="0">
            <a:spAutoFit/>
          </a:bodyPr>
          <a:lstStyle/>
          <a:p>
            <a:r>
              <a:rPr lang="en-US" sz="2400" b="1" dirty="0" err="1">
                <a:solidFill>
                  <a:schemeClr val="bg1"/>
                </a:solidFill>
                <a:latin typeface="Pineapple Days"/>
              </a:rPr>
              <a:t>Tugas</a:t>
            </a:r>
            <a:endParaRPr lang="en-US" sz="2400" b="1" dirty="0">
              <a:solidFill>
                <a:schemeClr val="bg1"/>
              </a:solidFill>
              <a:latin typeface="Pineapple Days"/>
            </a:endParaRPr>
          </a:p>
        </p:txBody>
      </p:sp>
      <p:sp>
        <p:nvSpPr>
          <p:cNvPr id="16" name="TextBox 15">
            <a:extLst>
              <a:ext uri="{FF2B5EF4-FFF2-40B4-BE49-F238E27FC236}">
                <a16:creationId xmlns:a16="http://schemas.microsoft.com/office/drawing/2014/main" id="{944C65FE-5EB0-8B25-8D2E-6A71D53FC08C}"/>
              </a:ext>
            </a:extLst>
          </p:cNvPr>
          <p:cNvSpPr txBox="1"/>
          <p:nvPr/>
        </p:nvSpPr>
        <p:spPr>
          <a:xfrm>
            <a:off x="-1778925" y="5194797"/>
            <a:ext cx="1013233" cy="461665"/>
          </a:xfrm>
          <a:prstGeom prst="rect">
            <a:avLst/>
          </a:prstGeom>
          <a:noFill/>
        </p:spPr>
        <p:txBody>
          <a:bodyPr wrap="square" rtlCol="0">
            <a:spAutoFit/>
          </a:bodyPr>
          <a:lstStyle/>
          <a:p>
            <a:r>
              <a:rPr lang="en-US" sz="2400" b="1" dirty="0" err="1">
                <a:solidFill>
                  <a:schemeClr val="bg1"/>
                </a:solidFill>
                <a:latin typeface="Pineapple Days"/>
              </a:rPr>
              <a:t>Proker</a:t>
            </a:r>
            <a:endParaRPr lang="en-US" sz="2400" b="1" dirty="0">
              <a:solidFill>
                <a:schemeClr val="bg1"/>
              </a:solidFill>
              <a:latin typeface="Pineapple Days"/>
            </a:endParaRPr>
          </a:p>
        </p:txBody>
      </p:sp>
      <p:sp>
        <p:nvSpPr>
          <p:cNvPr id="17" name="TextBox 16">
            <a:extLst>
              <a:ext uri="{FF2B5EF4-FFF2-40B4-BE49-F238E27FC236}">
                <a16:creationId xmlns:a16="http://schemas.microsoft.com/office/drawing/2014/main" id="{A5510D93-FA09-8228-63AE-B4F344DB743A}"/>
              </a:ext>
            </a:extLst>
          </p:cNvPr>
          <p:cNvSpPr txBox="1"/>
          <p:nvPr/>
        </p:nvSpPr>
        <p:spPr>
          <a:xfrm>
            <a:off x="-1843578" y="5868299"/>
            <a:ext cx="1142539" cy="461665"/>
          </a:xfrm>
          <a:prstGeom prst="rect">
            <a:avLst/>
          </a:prstGeom>
          <a:noFill/>
        </p:spPr>
        <p:txBody>
          <a:bodyPr wrap="square" rtlCol="0">
            <a:spAutoFit/>
          </a:bodyPr>
          <a:lstStyle/>
          <a:p>
            <a:r>
              <a:rPr lang="en-US" sz="2400" b="1" dirty="0" err="1">
                <a:solidFill>
                  <a:schemeClr val="bg1"/>
                </a:solidFill>
                <a:latin typeface="Pineapple Days"/>
              </a:rPr>
              <a:t>Kriteria</a:t>
            </a:r>
            <a:endParaRPr lang="en-US" sz="2400" b="1" dirty="0">
              <a:solidFill>
                <a:schemeClr val="bg1"/>
              </a:solidFill>
              <a:latin typeface="Pineapple Days"/>
            </a:endParaRPr>
          </a:p>
        </p:txBody>
      </p:sp>
      <p:cxnSp>
        <p:nvCxnSpPr>
          <p:cNvPr id="19" name="Straight Connector 18">
            <a:extLst>
              <a:ext uri="{FF2B5EF4-FFF2-40B4-BE49-F238E27FC236}">
                <a16:creationId xmlns:a16="http://schemas.microsoft.com/office/drawing/2014/main" id="{5C5903B6-D31C-A33A-10D7-59A81F6673C8}"/>
              </a:ext>
            </a:extLst>
          </p:cNvPr>
          <p:cNvCxnSpPr>
            <a:cxnSpLocks/>
          </p:cNvCxnSpPr>
          <p:nvPr/>
        </p:nvCxnSpPr>
        <p:spPr>
          <a:xfrm>
            <a:off x="-2112817" y="1047873"/>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BED7A70F-659F-BCDB-3685-F06CE694E204}"/>
              </a:ext>
            </a:extLst>
          </p:cNvPr>
          <p:cNvCxnSpPr>
            <a:cxnSpLocks/>
          </p:cNvCxnSpPr>
          <p:nvPr/>
        </p:nvCxnSpPr>
        <p:spPr>
          <a:xfrm>
            <a:off x="-2112817" y="1721374"/>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68538A4B-C626-5D79-BA3A-78825E87CF59}"/>
              </a:ext>
            </a:extLst>
          </p:cNvPr>
          <p:cNvCxnSpPr>
            <a:cxnSpLocks/>
          </p:cNvCxnSpPr>
          <p:nvPr/>
        </p:nvCxnSpPr>
        <p:spPr>
          <a:xfrm>
            <a:off x="-2112817" y="2394875"/>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D2A6580A-9D58-3EF2-45DE-D6BBEC13B97B}"/>
              </a:ext>
            </a:extLst>
          </p:cNvPr>
          <p:cNvCxnSpPr>
            <a:cxnSpLocks/>
          </p:cNvCxnSpPr>
          <p:nvPr/>
        </p:nvCxnSpPr>
        <p:spPr>
          <a:xfrm>
            <a:off x="-2112817" y="3068376"/>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04F8CF56-7170-C140-AE6F-F1715713D30E}"/>
              </a:ext>
            </a:extLst>
          </p:cNvPr>
          <p:cNvCxnSpPr>
            <a:cxnSpLocks/>
          </p:cNvCxnSpPr>
          <p:nvPr/>
        </p:nvCxnSpPr>
        <p:spPr>
          <a:xfrm>
            <a:off x="-2112817" y="3741877"/>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24215B53-AB81-89B8-1623-DAAAB682BC0C}"/>
              </a:ext>
            </a:extLst>
          </p:cNvPr>
          <p:cNvCxnSpPr>
            <a:cxnSpLocks/>
          </p:cNvCxnSpPr>
          <p:nvPr/>
        </p:nvCxnSpPr>
        <p:spPr>
          <a:xfrm>
            <a:off x="-2112817" y="4415378"/>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0840C47A-F794-CC8E-38DB-2EFEE7B2C40B}"/>
              </a:ext>
            </a:extLst>
          </p:cNvPr>
          <p:cNvCxnSpPr>
            <a:cxnSpLocks/>
          </p:cNvCxnSpPr>
          <p:nvPr/>
        </p:nvCxnSpPr>
        <p:spPr>
          <a:xfrm>
            <a:off x="-2112817" y="5088879"/>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F56237EB-7948-1FA1-4CEB-86AF7D0CE289}"/>
              </a:ext>
            </a:extLst>
          </p:cNvPr>
          <p:cNvCxnSpPr>
            <a:cxnSpLocks/>
          </p:cNvCxnSpPr>
          <p:nvPr/>
        </p:nvCxnSpPr>
        <p:spPr>
          <a:xfrm>
            <a:off x="-2112817" y="5762380"/>
            <a:ext cx="1681016"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0D46DA6A-0ECD-6884-5452-6DD27D11EDA9}"/>
              </a:ext>
            </a:extLst>
          </p:cNvPr>
          <p:cNvSpPr txBox="1"/>
          <p:nvPr/>
        </p:nvSpPr>
        <p:spPr>
          <a:xfrm>
            <a:off x="1195184" y="676737"/>
            <a:ext cx="5574057" cy="830997"/>
          </a:xfrm>
          <a:prstGeom prst="rect">
            <a:avLst/>
          </a:prstGeom>
          <a:noFill/>
        </p:spPr>
        <p:txBody>
          <a:bodyPr wrap="square" rtlCol="0">
            <a:spAutoFit/>
          </a:bodyPr>
          <a:lstStyle/>
          <a:p>
            <a:r>
              <a:rPr lang="en-US" sz="4800" b="1" dirty="0">
                <a:solidFill>
                  <a:schemeClr val="bg1"/>
                </a:solidFill>
                <a:latin typeface="Montserrat" panose="00000500000000000000" pitchFamily="2" charset="0"/>
              </a:rPr>
              <a:t>TERIMA KASIH </a:t>
            </a:r>
          </a:p>
        </p:txBody>
      </p:sp>
      <p:sp>
        <p:nvSpPr>
          <p:cNvPr id="31" name="TextBox 30">
            <a:extLst>
              <a:ext uri="{FF2B5EF4-FFF2-40B4-BE49-F238E27FC236}">
                <a16:creationId xmlns:a16="http://schemas.microsoft.com/office/drawing/2014/main" id="{CBC2F3AF-5479-499D-2F05-8AACAA7664E4}"/>
              </a:ext>
            </a:extLst>
          </p:cNvPr>
          <p:cNvSpPr txBox="1"/>
          <p:nvPr/>
        </p:nvSpPr>
        <p:spPr>
          <a:xfrm>
            <a:off x="1263130" y="1428986"/>
            <a:ext cx="5778270" cy="584775"/>
          </a:xfrm>
          <a:prstGeom prst="rect">
            <a:avLst/>
          </a:prstGeom>
          <a:noFill/>
        </p:spPr>
        <p:txBody>
          <a:bodyPr wrap="square" rtlCol="0">
            <a:spAutoFit/>
          </a:bodyPr>
          <a:lstStyle/>
          <a:p>
            <a:r>
              <a:rPr lang="en-US" sz="3200" b="1" dirty="0">
                <a:solidFill>
                  <a:schemeClr val="bg1"/>
                </a:solidFill>
                <a:latin typeface="Montserrat" panose="00000500000000000000" pitchFamily="2" charset="0"/>
              </a:rPr>
              <a:t>Let’s join us !!!</a:t>
            </a:r>
          </a:p>
        </p:txBody>
      </p:sp>
      <p:pic>
        <p:nvPicPr>
          <p:cNvPr id="4" name="Picture 3">
            <a:extLst>
              <a:ext uri="{FF2B5EF4-FFF2-40B4-BE49-F238E27FC236}">
                <a16:creationId xmlns:a16="http://schemas.microsoft.com/office/drawing/2014/main" id="{0EA4D8D0-1AF1-F191-B615-68D324AA7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1113" y="1047870"/>
            <a:ext cx="5574057" cy="5574057"/>
          </a:xfrm>
          <a:prstGeom prst="rect">
            <a:avLst/>
          </a:prstGeom>
        </p:spPr>
      </p:pic>
      <p:sp useBgFill="1">
        <p:nvSpPr>
          <p:cNvPr id="6" name="Rectangle: Rounded Corners 5">
            <a:extLst>
              <a:ext uri="{FF2B5EF4-FFF2-40B4-BE49-F238E27FC236}">
                <a16:creationId xmlns:a16="http://schemas.microsoft.com/office/drawing/2014/main" id="{6241F680-5A38-2312-EDDF-B8C6EA39F094}"/>
              </a:ext>
            </a:extLst>
          </p:cNvPr>
          <p:cNvSpPr/>
          <p:nvPr/>
        </p:nvSpPr>
        <p:spPr>
          <a:xfrm>
            <a:off x="10071872" y="382450"/>
            <a:ext cx="1820230" cy="559505"/>
          </a:xfrm>
          <a:prstGeom prst="roundRect">
            <a:avLst>
              <a:gd name="adj" fmla="val 41667"/>
            </a:avLst>
          </a:prstGeom>
          <a:ln>
            <a:solidFill>
              <a:schemeClr val="bg1"/>
            </a:solidFill>
          </a:ln>
          <a:effectLst>
            <a:innerShdw blurRad="4826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D2D76B-60ED-D573-323A-2A9E47729BFE}"/>
              </a:ext>
            </a:extLst>
          </p:cNvPr>
          <p:cNvSpPr txBox="1"/>
          <p:nvPr/>
        </p:nvSpPr>
        <p:spPr>
          <a:xfrm>
            <a:off x="10293004" y="445904"/>
            <a:ext cx="1948872" cy="461665"/>
          </a:xfrm>
          <a:prstGeom prst="rect">
            <a:avLst/>
          </a:prstGeom>
          <a:noFill/>
        </p:spPr>
        <p:txBody>
          <a:bodyPr wrap="square" rtlCol="0">
            <a:spAutoFit/>
          </a:bodyPr>
          <a:lstStyle/>
          <a:p>
            <a:r>
              <a:rPr lang="en-US" sz="2400" b="1" dirty="0">
                <a:solidFill>
                  <a:schemeClr val="bg1"/>
                </a:solidFill>
                <a:latin typeface="Pineapple Days"/>
              </a:rPr>
              <a:t>I </a:t>
            </a:r>
            <a:r>
              <a:rPr lang="en-US" sz="2400" b="1" dirty="0" err="1">
                <a:solidFill>
                  <a:schemeClr val="bg1"/>
                </a:solidFill>
                <a:latin typeface="Pineapple Days"/>
              </a:rPr>
              <a:t>gotta</a:t>
            </a:r>
            <a:r>
              <a:rPr lang="en-US" sz="2400" b="1" dirty="0">
                <a:solidFill>
                  <a:schemeClr val="bg1"/>
                </a:solidFill>
                <a:latin typeface="Pineapple Days"/>
              </a:rPr>
              <a:t> go</a:t>
            </a:r>
          </a:p>
        </p:txBody>
      </p:sp>
    </p:spTree>
    <p:extLst>
      <p:ext uri="{BB962C8B-B14F-4D97-AF65-F5344CB8AC3E}">
        <p14:creationId xmlns:p14="http://schemas.microsoft.com/office/powerpoint/2010/main" val="27967102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VxWafMjsWiZAvtFQNKyrAw"/>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vel up! PowerPoint">
  <a:themeElements>
    <a:clrScheme name="Level up! PowerPoint">
      <a:dk1>
        <a:srgbClr val="353B48"/>
      </a:dk1>
      <a:lt1>
        <a:srgbClr val="F5F6FA"/>
      </a:lt1>
      <a:dk2>
        <a:srgbClr val="1A1D24"/>
      </a:dk2>
      <a:lt2>
        <a:srgbClr val="FFFFFF"/>
      </a:lt2>
      <a:accent1>
        <a:srgbClr val="00A8FF"/>
      </a:accent1>
      <a:accent2>
        <a:srgbClr val="FBC531"/>
      </a:accent2>
      <a:accent3>
        <a:srgbClr val="4CD137"/>
      </a:accent3>
      <a:accent4>
        <a:srgbClr val="E84118"/>
      </a:accent4>
      <a:accent5>
        <a:srgbClr val="7F8FA1"/>
      </a:accent5>
      <a:accent6>
        <a:srgbClr val="273C75"/>
      </a:accent6>
      <a:hlink>
        <a:srgbClr val="5B5B5B"/>
      </a:hlink>
      <a:folHlink>
        <a:srgbClr val="BFBFBF"/>
      </a:folHlink>
    </a:clrScheme>
    <a:fontScheme name="Level up! PowerPoint">
      <a:majorFont>
        <a:latin typeface="Segoe UI Black"/>
        <a:ea typeface=""/>
        <a:cs typeface=""/>
      </a:majorFont>
      <a:minorFont>
        <a:latin typeface="Segoe UI Semibold"/>
        <a:ea typeface=""/>
        <a:cs typeface=""/>
      </a:minorFont>
    </a:fontScheme>
    <a:fmtScheme name="Level up! PowerPoint">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ln>
      </a:spPr>
      <a:bodyPr lIns="73152" tIns="73152" rIns="73152" bIns="73152" numCol="1" rtlCol="0" anchor="ctr"/>
      <a:lstStyle>
        <a:defPPr algn="ctr">
          <a:defRPr sz="10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numCol="1"/>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numCol="1" rtlCol="0">
        <a:spAutoFit/>
      </a:bodyPr>
      <a:lstStyle>
        <a:defPPr algn="l">
          <a:defRPr sz="1400" kern="0" dirty="0" smtClean="0"/>
        </a:defPPr>
      </a:lstStyle>
    </a:txDef>
  </a:objectDefaults>
  <a:extraClrSchemeLst/>
  <a:custClrLst/>
  <a:extLst>
    <a:ext uri="{05A4C25C-085E-4340-85A3-A5531E510DB2}">
      <thm15:themeFamily xmlns:thm15="http://schemas.microsoft.com/office/thememl/2012/main" name="YouTube Template.potx" id="{09A9FD79-4AD2-4296-A2DD-9F92A25C9D11}" vid="{BFDEAB75-776D-4FD4-B1CD-15298D2A28B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799</TotalTime>
  <Words>589</Words>
  <Application>Microsoft Office PowerPoint</Application>
  <PresentationFormat>Widescreen</PresentationFormat>
  <Paragraphs>275</Paragraphs>
  <Slides>25</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8" baseType="lpstr">
      <vt:lpstr>ADELIA</vt:lpstr>
      <vt:lpstr>Arial</vt:lpstr>
      <vt:lpstr>Arial Rounded MT Bold</vt:lpstr>
      <vt:lpstr>Calibri</vt:lpstr>
      <vt:lpstr>Calibri Light</vt:lpstr>
      <vt:lpstr>Montserrat</vt:lpstr>
      <vt:lpstr>Pineapple Days</vt:lpstr>
      <vt:lpstr>Segoe UI Black</vt:lpstr>
      <vt:lpstr>Segoe UI Semibold</vt:lpstr>
      <vt:lpstr>Times New Roman</vt:lpstr>
      <vt:lpstr>Office Theme</vt:lpstr>
      <vt:lpstr>Level up! PowerPoint</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laura</cp:lastModifiedBy>
  <cp:revision>20</cp:revision>
  <dcterms:created xsi:type="dcterms:W3CDTF">2023-07-26T06:55:58Z</dcterms:created>
  <dcterms:modified xsi:type="dcterms:W3CDTF">2024-09-30T20:39:20Z</dcterms:modified>
</cp:coreProperties>
</file>